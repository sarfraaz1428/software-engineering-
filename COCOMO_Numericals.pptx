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96" r:id="rId2"/>
    <p:sldId id="315" r:id="rId3"/>
    <p:sldId id="316" r:id="rId4"/>
    <p:sldId id="297" r:id="rId5"/>
    <p:sldId id="307" r:id="rId6"/>
    <p:sldId id="308" r:id="rId7"/>
    <p:sldId id="312" r:id="rId8"/>
    <p:sldId id="310" r:id="rId9"/>
    <p:sldId id="313" r:id="rId10"/>
    <p:sldId id="314" r:id="rId11"/>
    <p:sldId id="311" r:id="rId12"/>
    <p:sldId id="309" r:id="rId13"/>
    <p:sldId id="298" r:id="rId14"/>
    <p:sldId id="299" r:id="rId15"/>
    <p:sldId id="30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wapnagandha mokal" userId="af9e6572a3541cb3" providerId="LiveId" clId="{4A175AB8-EBB5-492C-B4DA-74A585041304}"/>
    <pc:docChg chg="modSld">
      <pc:chgData name="swapnagandha mokal" userId="af9e6572a3541cb3" providerId="LiveId" clId="{4A175AB8-EBB5-492C-B4DA-74A585041304}" dt="2025-10-17T03:54:48.456" v="0" actId="1076"/>
      <pc:docMkLst>
        <pc:docMk/>
      </pc:docMkLst>
      <pc:sldChg chg="modSp mod">
        <pc:chgData name="swapnagandha mokal" userId="af9e6572a3541cb3" providerId="LiveId" clId="{4A175AB8-EBB5-492C-B4DA-74A585041304}" dt="2025-10-17T03:54:48.456" v="0" actId="1076"/>
        <pc:sldMkLst>
          <pc:docMk/>
          <pc:sldMk cId="3962193319" sldId="297"/>
        </pc:sldMkLst>
        <pc:picChg chg="mod">
          <ac:chgData name="swapnagandha mokal" userId="af9e6572a3541cb3" providerId="LiveId" clId="{4A175AB8-EBB5-492C-B4DA-74A585041304}" dt="2025-10-17T03:54:48.456" v="0" actId="1076"/>
          <ac:picMkLst>
            <pc:docMk/>
            <pc:sldMk cId="3962193319" sldId="297"/>
            <ac:picMk id="5" creationId="{A35D16F1-374B-479A-81CF-5A6A1183D86F}"/>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2057D9-827C-441B-AB56-7AD7C35B5BAA}" type="datetimeFigureOut">
              <a:rPr lang="en-IN" smtClean="0"/>
              <a:t>08-11-2025</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F36C5EBA-8358-4D5B-AD46-6516A78C939E}"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55997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2057D9-827C-441B-AB56-7AD7C35B5BAA}"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6C5EBA-8358-4D5B-AD46-6516A78C939E}"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8709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2057D9-827C-441B-AB56-7AD7C35B5BAA}"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6C5EBA-8358-4D5B-AD46-6516A78C939E}"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27735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52057D9-827C-441B-AB56-7AD7C35B5BAA}"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6C5EBA-8358-4D5B-AD46-6516A78C939E}"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70699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2057D9-827C-441B-AB56-7AD7C35B5BAA}" type="datetimeFigureOut">
              <a:rPr lang="en-IN" smtClean="0"/>
              <a:t>08-11-2025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36C5EBA-8358-4D5B-AD46-6516A78C939E}"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89846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52057D9-827C-441B-AB56-7AD7C35B5BAA}" type="datetimeFigureOut">
              <a:rPr lang="en-IN" smtClean="0"/>
              <a:t>08-11-2025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36C5EBA-8358-4D5B-AD46-6516A78C939E}"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17425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2057D9-827C-441B-AB56-7AD7C35B5BAA}" type="datetimeFigureOut">
              <a:rPr lang="en-IN" smtClean="0"/>
              <a:t>08-11-2025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36C5EBA-8358-4D5B-AD46-6516A78C939E}" type="slidenum">
              <a:rPr lang="en-IN" smtClean="0"/>
              <a:t>‹#›</a:t>
            </a:fld>
            <a:endParaRPr lang="en-IN"/>
          </a:p>
        </p:txBody>
      </p:sp>
    </p:spTree>
    <p:extLst>
      <p:ext uri="{BB962C8B-B14F-4D97-AF65-F5344CB8AC3E}">
        <p14:creationId xmlns:p14="http://schemas.microsoft.com/office/powerpoint/2010/main" val="2928570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52057D9-827C-441B-AB56-7AD7C35B5BAA}" type="datetimeFigureOut">
              <a:rPr lang="en-IN" smtClean="0"/>
              <a:t>08-11-2025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6C5EBA-8358-4D5B-AD46-6516A78C939E}"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16952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552057D9-827C-441B-AB56-7AD7C35B5BAA}" type="datetimeFigureOut">
              <a:rPr lang="en-IN" smtClean="0"/>
              <a:t>08-11-2025</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F36C5EBA-8358-4D5B-AD46-6516A78C939E}"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64040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2057D9-827C-441B-AB56-7AD7C35B5BAA}"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6C5EBA-8358-4D5B-AD46-6516A78C939E}"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12699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2057D9-827C-441B-AB56-7AD7C35B5BAA}" type="datetimeFigureOut">
              <a:rPr lang="en-IN" smtClean="0"/>
              <a:t>08-11-2025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6C5EBA-8358-4D5B-AD46-6516A78C939E}"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23760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52057D9-827C-441B-AB56-7AD7C35B5BAA}" type="datetimeFigureOut">
              <a:rPr lang="en-IN" smtClean="0"/>
              <a:t>08-11-2025</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36C5EBA-8358-4D5B-AD46-6516A78C939E}"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17596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4BC9A1E-F0EA-4710-B41E-B80028C9950F}"/>
              </a:ext>
            </a:extLst>
          </p:cNvPr>
          <p:cNvPicPr>
            <a:picLocks noChangeAspect="1"/>
          </p:cNvPicPr>
          <p:nvPr/>
        </p:nvPicPr>
        <p:blipFill>
          <a:blip r:embed="rId2"/>
          <a:stretch>
            <a:fillRect/>
          </a:stretch>
        </p:blipFill>
        <p:spPr>
          <a:xfrm>
            <a:off x="1066800" y="0"/>
            <a:ext cx="11252200" cy="6159500"/>
          </a:xfrm>
          <a:prstGeom prst="rect">
            <a:avLst/>
          </a:prstGeom>
        </p:spPr>
      </p:pic>
    </p:spTree>
    <p:extLst>
      <p:ext uri="{BB962C8B-B14F-4D97-AF65-F5344CB8AC3E}">
        <p14:creationId xmlns:p14="http://schemas.microsoft.com/office/powerpoint/2010/main" val="3301401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D85330-A86E-38D7-10F4-5CA9E0277E4D}"/>
              </a:ext>
            </a:extLst>
          </p:cNvPr>
          <p:cNvPicPr>
            <a:picLocks noChangeAspect="1"/>
          </p:cNvPicPr>
          <p:nvPr/>
        </p:nvPicPr>
        <p:blipFill>
          <a:blip r:embed="rId2"/>
          <a:srcRect r="68540"/>
          <a:stretch>
            <a:fillRect/>
          </a:stretch>
        </p:blipFill>
        <p:spPr>
          <a:xfrm>
            <a:off x="4059615" y="267418"/>
            <a:ext cx="3364303" cy="5322498"/>
          </a:xfrm>
          <a:prstGeom prst="rect">
            <a:avLst/>
          </a:prstGeom>
        </p:spPr>
      </p:pic>
    </p:spTree>
    <p:extLst>
      <p:ext uri="{BB962C8B-B14F-4D97-AF65-F5344CB8AC3E}">
        <p14:creationId xmlns:p14="http://schemas.microsoft.com/office/powerpoint/2010/main" val="691046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69A515-CE47-B93C-2DC9-6638F6E90D2F}"/>
              </a:ext>
            </a:extLst>
          </p:cNvPr>
          <p:cNvPicPr>
            <a:picLocks noChangeAspect="1"/>
          </p:cNvPicPr>
          <p:nvPr/>
        </p:nvPicPr>
        <p:blipFill>
          <a:blip r:embed="rId2"/>
          <a:srcRect l="32282"/>
          <a:stretch>
            <a:fillRect/>
          </a:stretch>
        </p:blipFill>
        <p:spPr>
          <a:xfrm>
            <a:off x="0" y="-1075809"/>
            <a:ext cx="12411597" cy="7112000"/>
          </a:xfrm>
          <a:prstGeom prst="rect">
            <a:avLst/>
          </a:prstGeom>
        </p:spPr>
      </p:pic>
    </p:spTree>
    <p:extLst>
      <p:ext uri="{BB962C8B-B14F-4D97-AF65-F5344CB8AC3E}">
        <p14:creationId xmlns:p14="http://schemas.microsoft.com/office/powerpoint/2010/main" val="35646272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35D16F1-374B-479A-81CF-5A6A1183D86F}"/>
              </a:ext>
            </a:extLst>
          </p:cNvPr>
          <p:cNvPicPr>
            <a:picLocks noChangeAspect="1"/>
          </p:cNvPicPr>
          <p:nvPr/>
        </p:nvPicPr>
        <p:blipFill rotWithShape="1">
          <a:blip r:embed="rId2"/>
          <a:srcRect b="34217"/>
          <a:stretch/>
        </p:blipFill>
        <p:spPr>
          <a:xfrm>
            <a:off x="0" y="0"/>
            <a:ext cx="12063632" cy="6049108"/>
          </a:xfrm>
          <a:prstGeom prst="rect">
            <a:avLst/>
          </a:prstGeom>
        </p:spPr>
      </p:pic>
    </p:spTree>
    <p:extLst>
      <p:ext uri="{BB962C8B-B14F-4D97-AF65-F5344CB8AC3E}">
        <p14:creationId xmlns:p14="http://schemas.microsoft.com/office/powerpoint/2010/main" val="3962193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D3B5CD-A2FE-41B4-91A1-69EF758160C0}"/>
              </a:ext>
            </a:extLst>
          </p:cNvPr>
          <p:cNvSpPr>
            <a:spLocks noChangeArrowheads="1"/>
          </p:cNvSpPr>
          <p:nvPr/>
        </p:nvSpPr>
        <p:spPr bwMode="auto">
          <a:xfrm>
            <a:off x="0" y="794801"/>
            <a:ext cx="12323298" cy="52322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bold"/>
              </a:rPr>
              <a:t>Example2:</a:t>
            </a:r>
            <a:r>
              <a:rPr kumimoji="0" lang="en-US" altLang="en-US" sz="2800" b="0" i="0" u="none" strike="noStrike" cap="none" normalizeH="0" baseline="0" dirty="0">
                <a:ln>
                  <a:noFill/>
                </a:ln>
                <a:solidFill>
                  <a:srgbClr val="333333"/>
                </a:solidFill>
                <a:effectLst/>
                <a:latin typeface="inter-regular"/>
              </a:rPr>
              <a:t> A project size of 200 KLOC is to be developed. Software development team has average experience on similar type of projects. The project schedule is not very tight. Calculate the Effort, development time, average staff size, and productivity of the project.</a:t>
            </a:r>
            <a:endParaRPr kumimoji="0" lang="en-US" altLang="en-US" sz="240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333333"/>
                </a:solidFill>
                <a:effectLst/>
                <a:latin typeface="inter-bold"/>
              </a:rPr>
              <a:t>Solution:</a:t>
            </a:r>
            <a:r>
              <a:rPr kumimoji="0" lang="en-US" altLang="en-US" sz="2800" b="0" i="0" u="none" strike="noStrike" cap="none" normalizeH="0" baseline="0" dirty="0">
                <a:ln>
                  <a:noFill/>
                </a:ln>
                <a:solidFill>
                  <a:srgbClr val="333333"/>
                </a:solidFill>
                <a:effectLst/>
                <a:latin typeface="inter-regular"/>
              </a:rPr>
              <a:t> The semidetached mode is the most appropriate mode, keeping in view the size, schedule and experience of development time.</a:t>
            </a:r>
            <a:endParaRPr kumimoji="0" lang="en-US" altLang="en-US" sz="240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16600" b="0" i="0" u="none" strike="noStrike" cap="none" normalizeH="0" baseline="0" dirty="0">
                <a:ln>
                  <a:noFill/>
                </a:ln>
                <a:solidFill>
                  <a:schemeClr val="tx1"/>
                </a:solidFill>
                <a:effectLst/>
                <a:latin typeface="Arial" panose="020B0604020202020204" pitchFamily="34" charset="0"/>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5051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5335FC-4D0D-41E8-835C-1FD8C1792DE9}"/>
              </a:ext>
            </a:extLst>
          </p:cNvPr>
          <p:cNvSpPr>
            <a:spLocks noChangeArrowheads="1"/>
          </p:cNvSpPr>
          <p:nvPr/>
        </p:nvSpPr>
        <p:spPr bwMode="auto">
          <a:xfrm>
            <a:off x="336174" y="249839"/>
            <a:ext cx="8864095" cy="4139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dirty="0">
                <a:ln>
                  <a:noFill/>
                </a:ln>
                <a:solidFill>
                  <a:srgbClr val="333333"/>
                </a:solidFill>
                <a:effectLst/>
                <a:latin typeface="inter-regular"/>
              </a:rPr>
              <a:t>Hence       E=3.0(200)1.12=1133.12PM</a:t>
            </a:r>
            <a:br>
              <a:rPr kumimoji="0" lang="en-US" altLang="en-US" sz="3200" b="0" i="0" u="none" strike="noStrike" cap="none" normalizeH="0" baseline="0" dirty="0">
                <a:ln>
                  <a:noFill/>
                </a:ln>
                <a:solidFill>
                  <a:srgbClr val="333333"/>
                </a:solidFill>
                <a:effectLst/>
                <a:latin typeface="inter-regular"/>
              </a:rPr>
            </a:br>
            <a:r>
              <a:rPr kumimoji="0" lang="en-US" altLang="en-US" sz="3200" b="0" i="0" u="none" strike="noStrike" cap="none" normalizeH="0" baseline="0" dirty="0">
                <a:ln>
                  <a:noFill/>
                </a:ln>
                <a:solidFill>
                  <a:srgbClr val="333333"/>
                </a:solidFill>
                <a:effectLst/>
                <a:latin typeface="inter-regular"/>
              </a:rPr>
              <a:t>                   D=2.5(1133.12)0.35=29.3PM</a:t>
            </a:r>
            <a:endParaRPr kumimoji="0" lang="en-US" altLang="en-US" sz="2800" b="0" i="0" u="none" strike="noStrike" cap="none" normalizeH="0" baseline="0" dirty="0">
              <a:ln>
                <a:noFill/>
              </a:ln>
              <a:solidFill>
                <a:schemeClr val="tx1"/>
              </a:solidFill>
              <a:effectLst/>
            </a:endParaRPr>
          </a:p>
          <a:p>
            <a:pPr marL="0" marR="0" lvl="0" indent="0" defTabSz="914400" rtl="0" eaLnBrk="0" fontAlgn="base" latinLnBrk="0" hangingPunct="0">
              <a:lnSpc>
                <a:spcPct val="100000"/>
              </a:lnSpc>
              <a:spcBef>
                <a:spcPct val="0"/>
              </a:spcBef>
              <a:spcAft>
                <a:spcPct val="0"/>
              </a:spcAft>
              <a:buClrTx/>
              <a:buSzTx/>
              <a:buFontTx/>
              <a:buNone/>
              <a:tabLst/>
            </a:pPr>
            <a:r>
              <a:rPr kumimoji="0" lang="en-US" altLang="en-US" sz="4400" b="0" i="0" u="none" strike="noStrike" cap="none" normalizeH="0" baseline="0" dirty="0">
                <a:ln>
                  <a:noFill/>
                </a:ln>
                <a:solidFill>
                  <a:schemeClr val="tx1"/>
                </a:solidFill>
                <a:effectLst/>
                <a:latin typeface="Arial" panose="020B0604020202020204" pitchFamily="34" charset="0"/>
              </a:rPr>
              <a:t>  </a:t>
            </a:r>
            <a:r>
              <a:rPr kumimoji="0" lang="en-US" altLang="en-US" sz="19900" b="0" i="0" u="none" strike="noStrike" cap="none" normalizeH="0" baseline="0" dirty="0">
                <a:ln>
                  <a:noFill/>
                </a:ln>
                <a:solidFill>
                  <a:schemeClr val="tx1"/>
                </a:solidFill>
                <a:effectLst/>
                <a:latin typeface="Arial" panose="020B0604020202020204" pitchFamily="34" charset="0"/>
              </a:rPr>
              <a:t> </a:t>
            </a:r>
            <a:r>
              <a:rPr kumimoji="0" lang="en-US" altLang="en-US" sz="3200" b="0" i="0" u="none" strike="noStrike" cap="none" normalizeH="0" baseline="0" dirty="0">
                <a:ln>
                  <a:noFill/>
                </a:ln>
                <a:solidFill>
                  <a:srgbClr val="333333"/>
                </a:solidFill>
                <a:effectLst/>
                <a:latin typeface="inter-regular"/>
              </a:rPr>
              <a:t>  P = 176 LOC/PM</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pic>
        <p:nvPicPr>
          <p:cNvPr id="2050" name="Picture 2" descr="COCOMO Model">
            <a:extLst>
              <a:ext uri="{FF2B5EF4-FFF2-40B4-BE49-F238E27FC236}">
                <a16:creationId xmlns:a16="http://schemas.microsoft.com/office/drawing/2014/main" id="{B33B62BB-10D6-4358-9C90-DC7BFA77B3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174" y="1447439"/>
            <a:ext cx="6695831" cy="1744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356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D61B91-C9DB-6A2E-8F6B-792FCA7DAB13}"/>
              </a:ext>
            </a:extLst>
          </p:cNvPr>
          <p:cNvPicPr>
            <a:picLocks noChangeAspect="1"/>
          </p:cNvPicPr>
          <p:nvPr/>
        </p:nvPicPr>
        <p:blipFill>
          <a:blip r:embed="rId2">
            <a:extLst>
              <a:ext uri="{28A0092B-C50C-407E-A947-70E740481C1C}">
                <a14:useLocalDpi xmlns:a14="http://schemas.microsoft.com/office/drawing/2010/main" val="0"/>
              </a:ext>
            </a:extLst>
          </a:blip>
          <a:srcRect b="5187"/>
          <a:stretch>
            <a:fillRect/>
          </a:stretch>
        </p:blipFill>
        <p:spPr>
          <a:xfrm>
            <a:off x="0" y="685800"/>
            <a:ext cx="12192000" cy="5201816"/>
          </a:xfrm>
          <a:prstGeom prst="rect">
            <a:avLst/>
          </a:prstGeom>
        </p:spPr>
      </p:pic>
    </p:spTree>
    <p:extLst>
      <p:ext uri="{BB962C8B-B14F-4D97-AF65-F5344CB8AC3E}">
        <p14:creationId xmlns:p14="http://schemas.microsoft.com/office/powerpoint/2010/main" val="560287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8939C3-A0B8-3EA6-17AB-0B3E7FF9AA0F}"/>
              </a:ext>
            </a:extLst>
          </p:cNvPr>
          <p:cNvPicPr>
            <a:picLocks noChangeAspect="1"/>
          </p:cNvPicPr>
          <p:nvPr/>
        </p:nvPicPr>
        <p:blipFill>
          <a:blip r:embed="rId2">
            <a:extLst>
              <a:ext uri="{28A0092B-C50C-407E-A947-70E740481C1C}">
                <a14:useLocalDpi xmlns:a14="http://schemas.microsoft.com/office/drawing/2010/main" val="0"/>
              </a:ext>
            </a:extLst>
          </a:blip>
          <a:srcRect b="5697"/>
          <a:stretch>
            <a:fillRect/>
          </a:stretch>
        </p:blipFill>
        <p:spPr>
          <a:xfrm>
            <a:off x="0" y="685800"/>
            <a:ext cx="12192000" cy="5173824"/>
          </a:xfrm>
          <a:prstGeom prst="rect">
            <a:avLst/>
          </a:prstGeom>
        </p:spPr>
      </p:pic>
    </p:spTree>
    <p:extLst>
      <p:ext uri="{BB962C8B-B14F-4D97-AF65-F5344CB8AC3E}">
        <p14:creationId xmlns:p14="http://schemas.microsoft.com/office/powerpoint/2010/main" val="4274959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3F1D4A-839F-CDA9-BA0A-2335D6663DE0}"/>
              </a:ext>
            </a:extLst>
          </p:cNvPr>
          <p:cNvPicPr>
            <a:picLocks noChangeAspect="1"/>
          </p:cNvPicPr>
          <p:nvPr/>
        </p:nvPicPr>
        <p:blipFill>
          <a:blip r:embed="rId2">
            <a:extLst>
              <a:ext uri="{28A0092B-C50C-407E-A947-70E740481C1C}">
                <a14:useLocalDpi xmlns:a14="http://schemas.microsoft.com/office/drawing/2010/main" val="0"/>
              </a:ext>
            </a:extLst>
          </a:blip>
          <a:srcRect b="6038"/>
          <a:stretch>
            <a:fillRect/>
          </a:stretch>
        </p:blipFill>
        <p:spPr>
          <a:xfrm>
            <a:off x="0" y="685800"/>
            <a:ext cx="12192000" cy="5155163"/>
          </a:xfrm>
          <a:prstGeom prst="rect">
            <a:avLst/>
          </a:prstGeom>
        </p:spPr>
      </p:pic>
    </p:spTree>
    <p:extLst>
      <p:ext uri="{BB962C8B-B14F-4D97-AF65-F5344CB8AC3E}">
        <p14:creationId xmlns:p14="http://schemas.microsoft.com/office/powerpoint/2010/main" val="3118435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9663CC-496F-6285-D3CE-0C49A9EAA508}"/>
              </a:ext>
            </a:extLst>
          </p:cNvPr>
          <p:cNvPicPr>
            <a:picLocks noChangeAspect="1"/>
          </p:cNvPicPr>
          <p:nvPr/>
        </p:nvPicPr>
        <p:blipFill>
          <a:blip r:embed="rId2">
            <a:extLst>
              <a:ext uri="{28A0092B-C50C-407E-A947-70E740481C1C}">
                <a14:useLocalDpi xmlns:a14="http://schemas.microsoft.com/office/drawing/2010/main" val="0"/>
              </a:ext>
            </a:extLst>
          </a:blip>
          <a:srcRect b="6718"/>
          <a:stretch>
            <a:fillRect/>
          </a:stretch>
        </p:blipFill>
        <p:spPr>
          <a:xfrm>
            <a:off x="0" y="685800"/>
            <a:ext cx="12192000" cy="5117841"/>
          </a:xfrm>
          <a:prstGeom prst="rect">
            <a:avLst/>
          </a:prstGeom>
        </p:spPr>
      </p:pic>
    </p:spTree>
    <p:extLst>
      <p:ext uri="{BB962C8B-B14F-4D97-AF65-F5344CB8AC3E}">
        <p14:creationId xmlns:p14="http://schemas.microsoft.com/office/powerpoint/2010/main" val="233861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4204F5-F112-E62E-97C6-4A387EA5FA9E}"/>
              </a:ext>
            </a:extLst>
          </p:cNvPr>
          <p:cNvPicPr>
            <a:picLocks noChangeAspect="1"/>
          </p:cNvPicPr>
          <p:nvPr/>
        </p:nvPicPr>
        <p:blipFill>
          <a:blip r:embed="rId2">
            <a:extLst>
              <a:ext uri="{28A0092B-C50C-407E-A947-70E740481C1C}">
                <a14:useLocalDpi xmlns:a14="http://schemas.microsoft.com/office/drawing/2010/main" val="0"/>
              </a:ext>
            </a:extLst>
          </a:blip>
          <a:srcRect b="6038"/>
          <a:stretch>
            <a:fillRect/>
          </a:stretch>
        </p:blipFill>
        <p:spPr>
          <a:xfrm>
            <a:off x="0" y="685800"/>
            <a:ext cx="12192000" cy="5155163"/>
          </a:xfrm>
          <a:prstGeom prst="rect">
            <a:avLst/>
          </a:prstGeom>
        </p:spPr>
      </p:pic>
    </p:spTree>
    <p:extLst>
      <p:ext uri="{BB962C8B-B14F-4D97-AF65-F5344CB8AC3E}">
        <p14:creationId xmlns:p14="http://schemas.microsoft.com/office/powerpoint/2010/main" val="766994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ADC5DF9-E0E2-3BFE-8140-41D45AA58A88}"/>
              </a:ext>
            </a:extLst>
          </p:cNvPr>
          <p:cNvPicPr>
            <a:picLocks noChangeAspect="1"/>
          </p:cNvPicPr>
          <p:nvPr/>
        </p:nvPicPr>
        <p:blipFill>
          <a:blip r:embed="rId2">
            <a:extLst>
              <a:ext uri="{28A0092B-C50C-407E-A947-70E740481C1C}">
                <a14:useLocalDpi xmlns:a14="http://schemas.microsoft.com/office/drawing/2010/main" val="0"/>
              </a:ext>
            </a:extLst>
          </a:blip>
          <a:srcRect b="7227"/>
          <a:stretch>
            <a:fillRect/>
          </a:stretch>
        </p:blipFill>
        <p:spPr>
          <a:xfrm>
            <a:off x="0" y="685800"/>
            <a:ext cx="12192000" cy="5089849"/>
          </a:xfrm>
          <a:prstGeom prst="rect">
            <a:avLst/>
          </a:prstGeom>
        </p:spPr>
      </p:pic>
    </p:spTree>
    <p:extLst>
      <p:ext uri="{BB962C8B-B14F-4D97-AF65-F5344CB8AC3E}">
        <p14:creationId xmlns:p14="http://schemas.microsoft.com/office/powerpoint/2010/main" val="831342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2CD01A-52E3-441D-80EF-A41C00762985}"/>
              </a:ext>
            </a:extLst>
          </p:cNvPr>
          <p:cNvPicPr>
            <a:picLocks noChangeAspect="1"/>
          </p:cNvPicPr>
          <p:nvPr/>
        </p:nvPicPr>
        <p:blipFill>
          <a:blip r:embed="rId2"/>
          <a:stretch>
            <a:fillRect/>
          </a:stretch>
        </p:blipFill>
        <p:spPr>
          <a:xfrm>
            <a:off x="1524000" y="0"/>
            <a:ext cx="9144000" cy="6159500"/>
          </a:xfrm>
          <a:prstGeom prst="rect">
            <a:avLst/>
          </a:prstGeom>
        </p:spPr>
      </p:pic>
    </p:spTree>
    <p:extLst>
      <p:ext uri="{BB962C8B-B14F-4D97-AF65-F5344CB8AC3E}">
        <p14:creationId xmlns:p14="http://schemas.microsoft.com/office/powerpoint/2010/main" val="2852299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F4064C-846F-4D88-9A37-E76479161109}"/>
              </a:ext>
            </a:extLst>
          </p:cNvPr>
          <p:cNvPicPr>
            <a:picLocks noChangeAspect="1"/>
          </p:cNvPicPr>
          <p:nvPr/>
        </p:nvPicPr>
        <p:blipFill>
          <a:blip r:embed="rId2"/>
          <a:stretch>
            <a:fillRect/>
          </a:stretch>
        </p:blipFill>
        <p:spPr>
          <a:xfrm>
            <a:off x="863600" y="1"/>
            <a:ext cx="10515600" cy="6222999"/>
          </a:xfrm>
          <a:prstGeom prst="rect">
            <a:avLst/>
          </a:prstGeom>
        </p:spPr>
      </p:pic>
    </p:spTree>
    <p:extLst>
      <p:ext uri="{BB962C8B-B14F-4D97-AF65-F5344CB8AC3E}">
        <p14:creationId xmlns:p14="http://schemas.microsoft.com/office/powerpoint/2010/main" val="30107074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27C138-5C95-43D4-9238-DAE8D1250705}"/>
              </a:ext>
            </a:extLst>
          </p:cNvPr>
          <p:cNvPicPr>
            <a:picLocks noChangeAspect="1"/>
          </p:cNvPicPr>
          <p:nvPr/>
        </p:nvPicPr>
        <p:blipFill>
          <a:blip r:embed="rId2"/>
          <a:stretch>
            <a:fillRect/>
          </a:stretch>
        </p:blipFill>
        <p:spPr>
          <a:xfrm>
            <a:off x="165100" y="1"/>
            <a:ext cx="11506199" cy="6146800"/>
          </a:xfrm>
          <a:prstGeom prst="rect">
            <a:avLst/>
          </a:prstGeom>
        </p:spPr>
      </p:pic>
    </p:spTree>
    <p:extLst>
      <p:ext uri="{BB962C8B-B14F-4D97-AF65-F5344CB8AC3E}">
        <p14:creationId xmlns:p14="http://schemas.microsoft.com/office/powerpoint/2010/main" val="1015930686"/>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294</TotalTime>
  <Words>91</Words>
  <Application>Microsoft Office PowerPoint</Application>
  <PresentationFormat>Widescreen</PresentationFormat>
  <Paragraphs>5</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Gill Sans MT</vt:lpstr>
      <vt:lpstr>inter-bold</vt:lpstr>
      <vt:lpstr>inter-regular</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sarfraaz14282007111@gmail.com</cp:lastModifiedBy>
  <cp:revision>36</cp:revision>
  <dcterms:created xsi:type="dcterms:W3CDTF">2023-01-06T17:54:22Z</dcterms:created>
  <dcterms:modified xsi:type="dcterms:W3CDTF">2025-11-08T06:34:31Z</dcterms:modified>
</cp:coreProperties>
</file>