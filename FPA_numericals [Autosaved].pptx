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1" r:id="rId2"/>
    <p:sldId id="290" r:id="rId3"/>
    <p:sldId id="291" r:id="rId4"/>
    <p:sldId id="293" r:id="rId5"/>
    <p:sldId id="292" r:id="rId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43" d="100"/>
          <a:sy n="43" d="100"/>
        </p:scale>
        <p:origin x="1618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E5E5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940" y="1598929"/>
            <a:ext cx="3834129" cy="4196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E5E5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3339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F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64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9943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3118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6421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972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289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76199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79374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2677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585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89154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92329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95631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9893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0210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05409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8584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1886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E9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5189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8364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21666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24841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2814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3131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34619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37921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41096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44399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47574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50876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54178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5735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60654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63829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67131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70306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73609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76910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80085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83388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8656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89865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93166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96341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99644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202819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2061210" y="1294129"/>
            <a:ext cx="64769" cy="78740"/>
          </a:xfrm>
          <a:custGeom>
            <a:avLst/>
            <a:gdLst/>
            <a:ahLst/>
            <a:cxnLst/>
            <a:rect l="l" t="t" r="r" b="b"/>
            <a:pathLst>
              <a:path w="64769" h="78740">
                <a:moveTo>
                  <a:pt x="64770" y="0"/>
                </a:moveTo>
                <a:lnTo>
                  <a:pt x="31750" y="0"/>
                </a:ln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64770" y="78740"/>
                </a:lnTo>
                <a:lnTo>
                  <a:pt x="64770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21259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215900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9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219075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222376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225551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C6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228854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232029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235330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23863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4180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45110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248285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251586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254889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258064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BC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261365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B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264540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BA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26784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9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27101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B8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274320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B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277621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6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280796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284099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287274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290575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293750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29705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B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300355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F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303530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AE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306831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D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310006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313309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AB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316610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319785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323088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49" y="0"/>
                </a:moveTo>
                <a:lnTo>
                  <a:pt x="0" y="0"/>
                </a:lnTo>
                <a:lnTo>
                  <a:pt x="0" y="78740"/>
                </a:lnTo>
                <a:lnTo>
                  <a:pt x="31749" y="78740"/>
                </a:lnTo>
                <a:lnTo>
                  <a:pt x="31749" y="0"/>
                </a:lnTo>
                <a:close/>
              </a:path>
            </a:pathLst>
          </a:custGeom>
          <a:solidFill>
            <a:srgbClr val="FFA8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32626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329565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332740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336042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339217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342518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345693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348995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352298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35547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9E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358775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362077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36525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9B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368553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371728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375030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8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378205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97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381508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38468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95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387985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94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391287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39446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397763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400938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9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404240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40754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41071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8D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414020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417195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420497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42367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426973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430275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7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433450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86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43675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43992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443230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83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446532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2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449707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81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453008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456183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459485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462660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46596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469265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B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472440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7A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475742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478917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482218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485520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6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488695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491998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4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49517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498475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501650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71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50495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508253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511428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6E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514730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517905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6C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52120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6B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524510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A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527685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69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530987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8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53416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5374640" y="1294129"/>
            <a:ext cx="64769" cy="78740"/>
          </a:xfrm>
          <a:custGeom>
            <a:avLst/>
            <a:gdLst/>
            <a:ahLst/>
            <a:cxnLst/>
            <a:rect l="l" t="t" r="r" b="b"/>
            <a:pathLst>
              <a:path w="64770" h="78740">
                <a:moveTo>
                  <a:pt x="64770" y="0"/>
                </a:moveTo>
                <a:lnTo>
                  <a:pt x="31750" y="0"/>
                </a:ln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64770" y="78740"/>
                </a:lnTo>
                <a:lnTo>
                  <a:pt x="64770" y="0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543940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4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547115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55041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62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553720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556895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560197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563498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566673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5D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569975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C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573150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57645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57962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582930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586105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589407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56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592708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5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595883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599185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602360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60566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608965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612140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615442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618617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621918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C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625093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628395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631698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63487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48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638175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641350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64465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4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647953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4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651128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654430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657605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41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660908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66408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667384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670687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67386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677163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B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680338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3A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683641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39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68694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69011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3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693419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696594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699897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7030720" y="1294129"/>
            <a:ext cx="66040" cy="78740"/>
          </a:xfrm>
          <a:custGeom>
            <a:avLst/>
            <a:gdLst/>
            <a:ahLst/>
            <a:cxnLst/>
            <a:rect l="l" t="t" r="r" b="b"/>
            <a:pathLst>
              <a:path w="66040" h="78740">
                <a:moveTo>
                  <a:pt x="66040" y="0"/>
                </a:moveTo>
                <a:lnTo>
                  <a:pt x="33020" y="0"/>
                </a:ln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66040" y="78740"/>
                </a:lnTo>
                <a:lnTo>
                  <a:pt x="66040" y="0"/>
                </a:lnTo>
                <a:close/>
              </a:path>
            </a:pathLst>
          </a:custGeom>
          <a:solidFill>
            <a:srgbClr val="FF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709676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712851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3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71615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71932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2E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722629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725804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729107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732408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735583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2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738886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8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742061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27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74536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748664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bg object 228"/>
          <p:cNvSpPr/>
          <p:nvPr/>
        </p:nvSpPr>
        <p:spPr>
          <a:xfrm>
            <a:off x="751839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bg object 229"/>
          <p:cNvSpPr/>
          <p:nvPr/>
        </p:nvSpPr>
        <p:spPr>
          <a:xfrm>
            <a:off x="755142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758317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22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761618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764793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bg object 233"/>
          <p:cNvSpPr/>
          <p:nvPr/>
        </p:nvSpPr>
        <p:spPr>
          <a:xfrm>
            <a:off x="768096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bg object 234"/>
          <p:cNvSpPr/>
          <p:nvPr/>
        </p:nvSpPr>
        <p:spPr>
          <a:xfrm>
            <a:off x="771398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bg object 235"/>
          <p:cNvSpPr/>
          <p:nvPr/>
        </p:nvSpPr>
        <p:spPr>
          <a:xfrm>
            <a:off x="77457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777874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781049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1B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784352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bg object 239"/>
          <p:cNvSpPr/>
          <p:nvPr/>
        </p:nvSpPr>
        <p:spPr>
          <a:xfrm>
            <a:off x="787527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bg object 240"/>
          <p:cNvSpPr/>
          <p:nvPr/>
        </p:nvSpPr>
        <p:spPr>
          <a:xfrm>
            <a:off x="790828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18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bg object 241"/>
          <p:cNvSpPr/>
          <p:nvPr/>
        </p:nvSpPr>
        <p:spPr>
          <a:xfrm>
            <a:off x="794131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bg object 242"/>
          <p:cNvSpPr/>
          <p:nvPr/>
        </p:nvSpPr>
        <p:spPr>
          <a:xfrm>
            <a:off x="797306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800608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803783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807084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810387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bg object 247"/>
          <p:cNvSpPr/>
          <p:nvPr/>
        </p:nvSpPr>
        <p:spPr>
          <a:xfrm>
            <a:off x="81356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bg object 248"/>
          <p:cNvSpPr/>
          <p:nvPr/>
        </p:nvSpPr>
        <p:spPr>
          <a:xfrm>
            <a:off x="816863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01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bg object 249"/>
          <p:cNvSpPr/>
          <p:nvPr/>
        </p:nvSpPr>
        <p:spPr>
          <a:xfrm>
            <a:off x="820038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0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823341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E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826516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82981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0C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bg object 253"/>
          <p:cNvSpPr/>
          <p:nvPr/>
        </p:nvSpPr>
        <p:spPr>
          <a:xfrm>
            <a:off x="833119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bg object 254"/>
          <p:cNvSpPr/>
          <p:nvPr/>
        </p:nvSpPr>
        <p:spPr>
          <a:xfrm>
            <a:off x="836294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bg object 255"/>
          <p:cNvSpPr/>
          <p:nvPr/>
        </p:nvSpPr>
        <p:spPr>
          <a:xfrm>
            <a:off x="839597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842772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08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846073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849248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06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852551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8558530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8590280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03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8623299" y="12941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40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2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8655049" y="12941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74930" y="212102"/>
            <a:ext cx="678180" cy="1235710"/>
          </a:xfrm>
          <a:custGeom>
            <a:avLst/>
            <a:gdLst/>
            <a:ahLst/>
            <a:cxnLst/>
            <a:rect l="l" t="t" r="r" b="b"/>
            <a:pathLst>
              <a:path w="678180" h="1235710">
                <a:moveTo>
                  <a:pt x="508000" y="614667"/>
                </a:moveTo>
                <a:lnTo>
                  <a:pt x="505536" y="569277"/>
                </a:lnTo>
                <a:lnTo>
                  <a:pt x="498322" y="525145"/>
                </a:lnTo>
                <a:lnTo>
                  <a:pt x="486600" y="482511"/>
                </a:lnTo>
                <a:lnTo>
                  <a:pt x="470611" y="441617"/>
                </a:lnTo>
                <a:lnTo>
                  <a:pt x="450596" y="402678"/>
                </a:lnTo>
                <a:lnTo>
                  <a:pt x="426821" y="365912"/>
                </a:lnTo>
                <a:lnTo>
                  <a:pt x="399516" y="331571"/>
                </a:lnTo>
                <a:lnTo>
                  <a:pt x="368935" y="299872"/>
                </a:lnTo>
                <a:lnTo>
                  <a:pt x="335305" y="271043"/>
                </a:lnTo>
                <a:lnTo>
                  <a:pt x="298894" y="245313"/>
                </a:lnTo>
                <a:lnTo>
                  <a:pt x="259930" y="222923"/>
                </a:lnTo>
                <a:lnTo>
                  <a:pt x="218668" y="204089"/>
                </a:lnTo>
                <a:lnTo>
                  <a:pt x="175361" y="189039"/>
                </a:lnTo>
                <a:lnTo>
                  <a:pt x="130238" y="178003"/>
                </a:lnTo>
                <a:lnTo>
                  <a:pt x="83553" y="171221"/>
                </a:lnTo>
                <a:lnTo>
                  <a:pt x="35560" y="168897"/>
                </a:lnTo>
                <a:lnTo>
                  <a:pt x="77368" y="176974"/>
                </a:lnTo>
                <a:lnTo>
                  <a:pt x="118732" y="189598"/>
                </a:lnTo>
                <a:lnTo>
                  <a:pt x="159207" y="206552"/>
                </a:lnTo>
                <a:lnTo>
                  <a:pt x="198374" y="227622"/>
                </a:lnTo>
                <a:lnTo>
                  <a:pt x="235826" y="252564"/>
                </a:lnTo>
                <a:lnTo>
                  <a:pt x="271119" y="281165"/>
                </a:lnTo>
                <a:lnTo>
                  <a:pt x="303834" y="313207"/>
                </a:lnTo>
                <a:lnTo>
                  <a:pt x="333565" y="348449"/>
                </a:lnTo>
                <a:lnTo>
                  <a:pt x="359879" y="386676"/>
                </a:lnTo>
                <a:lnTo>
                  <a:pt x="382358" y="427659"/>
                </a:lnTo>
                <a:lnTo>
                  <a:pt x="400570" y="471182"/>
                </a:lnTo>
                <a:lnTo>
                  <a:pt x="414108" y="517004"/>
                </a:lnTo>
                <a:lnTo>
                  <a:pt x="422541" y="564908"/>
                </a:lnTo>
                <a:lnTo>
                  <a:pt x="425450" y="614667"/>
                </a:lnTo>
                <a:lnTo>
                  <a:pt x="422541" y="664438"/>
                </a:lnTo>
                <a:lnTo>
                  <a:pt x="414108" y="712343"/>
                </a:lnTo>
                <a:lnTo>
                  <a:pt x="400570" y="758177"/>
                </a:lnTo>
                <a:lnTo>
                  <a:pt x="382358" y="801712"/>
                </a:lnTo>
                <a:lnTo>
                  <a:pt x="359879" y="842721"/>
                </a:lnTo>
                <a:lnTo>
                  <a:pt x="333565" y="880999"/>
                </a:lnTo>
                <a:lnTo>
                  <a:pt x="303834" y="916292"/>
                </a:lnTo>
                <a:lnTo>
                  <a:pt x="271119" y="948410"/>
                </a:lnTo>
                <a:lnTo>
                  <a:pt x="235826" y="977112"/>
                </a:lnTo>
                <a:lnTo>
                  <a:pt x="198374" y="1002195"/>
                </a:lnTo>
                <a:lnTo>
                  <a:pt x="159207" y="1023404"/>
                </a:lnTo>
                <a:lnTo>
                  <a:pt x="118732" y="1040549"/>
                </a:lnTo>
                <a:lnTo>
                  <a:pt x="77368" y="1053388"/>
                </a:lnTo>
                <a:lnTo>
                  <a:pt x="35560" y="1061707"/>
                </a:lnTo>
                <a:lnTo>
                  <a:pt x="83553" y="1059383"/>
                </a:lnTo>
                <a:lnTo>
                  <a:pt x="130238" y="1052563"/>
                </a:lnTo>
                <a:lnTo>
                  <a:pt x="175361" y="1041463"/>
                </a:lnTo>
                <a:lnTo>
                  <a:pt x="218668" y="1026337"/>
                </a:lnTo>
                <a:lnTo>
                  <a:pt x="259930" y="1007402"/>
                </a:lnTo>
                <a:lnTo>
                  <a:pt x="298894" y="984897"/>
                </a:lnTo>
                <a:lnTo>
                  <a:pt x="335305" y="959053"/>
                </a:lnTo>
                <a:lnTo>
                  <a:pt x="368922" y="930109"/>
                </a:lnTo>
                <a:lnTo>
                  <a:pt x="399516" y="898296"/>
                </a:lnTo>
                <a:lnTo>
                  <a:pt x="426821" y="863828"/>
                </a:lnTo>
                <a:lnTo>
                  <a:pt x="450596" y="826973"/>
                </a:lnTo>
                <a:lnTo>
                  <a:pt x="470611" y="787933"/>
                </a:lnTo>
                <a:lnTo>
                  <a:pt x="486600" y="746950"/>
                </a:lnTo>
                <a:lnTo>
                  <a:pt x="498322" y="704253"/>
                </a:lnTo>
                <a:lnTo>
                  <a:pt x="505536" y="660082"/>
                </a:lnTo>
                <a:lnTo>
                  <a:pt x="508000" y="614667"/>
                </a:lnTo>
                <a:close/>
              </a:path>
              <a:path w="678180" h="1235710">
                <a:moveTo>
                  <a:pt x="678180" y="618477"/>
                </a:moveTo>
                <a:lnTo>
                  <a:pt x="676300" y="572477"/>
                </a:lnTo>
                <a:lnTo>
                  <a:pt x="670763" y="527367"/>
                </a:lnTo>
                <a:lnTo>
                  <a:pt x="661708" y="483260"/>
                </a:lnTo>
                <a:lnTo>
                  <a:pt x="649262" y="440296"/>
                </a:lnTo>
                <a:lnTo>
                  <a:pt x="633564" y="398602"/>
                </a:lnTo>
                <a:lnTo>
                  <a:pt x="614743" y="358267"/>
                </a:lnTo>
                <a:lnTo>
                  <a:pt x="592950" y="319455"/>
                </a:lnTo>
                <a:lnTo>
                  <a:pt x="568299" y="282244"/>
                </a:lnTo>
                <a:lnTo>
                  <a:pt x="540943" y="246799"/>
                </a:lnTo>
                <a:lnTo>
                  <a:pt x="510997" y="213207"/>
                </a:lnTo>
                <a:lnTo>
                  <a:pt x="478624" y="181597"/>
                </a:lnTo>
                <a:lnTo>
                  <a:pt x="443941" y="152107"/>
                </a:lnTo>
                <a:lnTo>
                  <a:pt x="407085" y="124853"/>
                </a:lnTo>
                <a:lnTo>
                  <a:pt x="368198" y="99949"/>
                </a:lnTo>
                <a:lnTo>
                  <a:pt x="327406" y="77508"/>
                </a:lnTo>
                <a:lnTo>
                  <a:pt x="284848" y="57670"/>
                </a:lnTo>
                <a:lnTo>
                  <a:pt x="240652" y="40563"/>
                </a:lnTo>
                <a:lnTo>
                  <a:pt x="194970" y="26276"/>
                </a:lnTo>
                <a:lnTo>
                  <a:pt x="147929" y="14960"/>
                </a:lnTo>
                <a:lnTo>
                  <a:pt x="99656" y="6731"/>
                </a:lnTo>
                <a:lnTo>
                  <a:pt x="50304" y="1701"/>
                </a:lnTo>
                <a:lnTo>
                  <a:pt x="0" y="0"/>
                </a:lnTo>
                <a:lnTo>
                  <a:pt x="44081" y="7950"/>
                </a:lnTo>
                <a:lnTo>
                  <a:pt x="87934" y="19316"/>
                </a:lnTo>
                <a:lnTo>
                  <a:pt x="131330" y="33972"/>
                </a:lnTo>
                <a:lnTo>
                  <a:pt x="173990" y="51790"/>
                </a:lnTo>
                <a:lnTo>
                  <a:pt x="215696" y="72656"/>
                </a:lnTo>
                <a:lnTo>
                  <a:pt x="256184" y="96469"/>
                </a:lnTo>
                <a:lnTo>
                  <a:pt x="295224" y="123075"/>
                </a:lnTo>
                <a:lnTo>
                  <a:pt x="332549" y="152387"/>
                </a:lnTo>
                <a:lnTo>
                  <a:pt x="367919" y="184264"/>
                </a:lnTo>
                <a:lnTo>
                  <a:pt x="401104" y="218592"/>
                </a:lnTo>
                <a:lnTo>
                  <a:pt x="431838" y="255270"/>
                </a:lnTo>
                <a:lnTo>
                  <a:pt x="459867" y="294157"/>
                </a:lnTo>
                <a:lnTo>
                  <a:pt x="484974" y="335140"/>
                </a:lnTo>
                <a:lnTo>
                  <a:pt x="506895" y="378117"/>
                </a:lnTo>
                <a:lnTo>
                  <a:pt x="525373" y="422935"/>
                </a:lnTo>
                <a:lnTo>
                  <a:pt x="540181" y="469506"/>
                </a:lnTo>
                <a:lnTo>
                  <a:pt x="551065" y="517702"/>
                </a:lnTo>
                <a:lnTo>
                  <a:pt x="557771" y="567397"/>
                </a:lnTo>
                <a:lnTo>
                  <a:pt x="560070" y="618477"/>
                </a:lnTo>
                <a:lnTo>
                  <a:pt x="557771" y="669378"/>
                </a:lnTo>
                <a:lnTo>
                  <a:pt x="551065" y="718908"/>
                </a:lnTo>
                <a:lnTo>
                  <a:pt x="540181" y="766940"/>
                </a:lnTo>
                <a:lnTo>
                  <a:pt x="525373" y="813384"/>
                </a:lnTo>
                <a:lnTo>
                  <a:pt x="506895" y="858088"/>
                </a:lnTo>
                <a:lnTo>
                  <a:pt x="484974" y="900963"/>
                </a:lnTo>
                <a:lnTo>
                  <a:pt x="459867" y="941857"/>
                </a:lnTo>
                <a:lnTo>
                  <a:pt x="431838" y="980681"/>
                </a:lnTo>
                <a:lnTo>
                  <a:pt x="401104" y="1017282"/>
                </a:lnTo>
                <a:lnTo>
                  <a:pt x="367919" y="1051572"/>
                </a:lnTo>
                <a:lnTo>
                  <a:pt x="332549" y="1083411"/>
                </a:lnTo>
                <a:lnTo>
                  <a:pt x="295224" y="1112685"/>
                </a:lnTo>
                <a:lnTo>
                  <a:pt x="256184" y="1139278"/>
                </a:lnTo>
                <a:lnTo>
                  <a:pt x="215696" y="1163053"/>
                </a:lnTo>
                <a:lnTo>
                  <a:pt x="173990" y="1183919"/>
                </a:lnTo>
                <a:lnTo>
                  <a:pt x="131330" y="1201737"/>
                </a:lnTo>
                <a:lnTo>
                  <a:pt x="87934" y="1216380"/>
                </a:lnTo>
                <a:lnTo>
                  <a:pt x="44081" y="1227747"/>
                </a:lnTo>
                <a:lnTo>
                  <a:pt x="0" y="1235697"/>
                </a:lnTo>
                <a:lnTo>
                  <a:pt x="50304" y="1233995"/>
                </a:lnTo>
                <a:lnTo>
                  <a:pt x="99656" y="1228966"/>
                </a:lnTo>
                <a:lnTo>
                  <a:pt x="147929" y="1220736"/>
                </a:lnTo>
                <a:lnTo>
                  <a:pt x="194970" y="1209421"/>
                </a:lnTo>
                <a:lnTo>
                  <a:pt x="240652" y="1195158"/>
                </a:lnTo>
                <a:lnTo>
                  <a:pt x="284848" y="1178052"/>
                </a:lnTo>
                <a:lnTo>
                  <a:pt x="327406" y="1158227"/>
                </a:lnTo>
                <a:lnTo>
                  <a:pt x="368198" y="1135811"/>
                </a:lnTo>
                <a:lnTo>
                  <a:pt x="407085" y="1110932"/>
                </a:lnTo>
                <a:lnTo>
                  <a:pt x="443941" y="1083703"/>
                </a:lnTo>
                <a:lnTo>
                  <a:pt x="478624" y="1054252"/>
                </a:lnTo>
                <a:lnTo>
                  <a:pt x="510997" y="1022692"/>
                </a:lnTo>
                <a:lnTo>
                  <a:pt x="540943" y="989164"/>
                </a:lnTo>
                <a:lnTo>
                  <a:pt x="568299" y="953770"/>
                </a:lnTo>
                <a:lnTo>
                  <a:pt x="592950" y="916647"/>
                </a:lnTo>
                <a:lnTo>
                  <a:pt x="614743" y="877912"/>
                </a:lnTo>
                <a:lnTo>
                  <a:pt x="633564" y="837692"/>
                </a:lnTo>
                <a:lnTo>
                  <a:pt x="649262" y="796086"/>
                </a:lnTo>
                <a:lnTo>
                  <a:pt x="661708" y="753249"/>
                </a:lnTo>
                <a:lnTo>
                  <a:pt x="670763" y="709282"/>
                </a:lnTo>
                <a:lnTo>
                  <a:pt x="676300" y="664324"/>
                </a:lnTo>
                <a:lnTo>
                  <a:pt x="678180" y="61847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4749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5067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5384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5702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6019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6337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6654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6972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7289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7607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7924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8242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bg object 277"/>
          <p:cNvSpPr/>
          <p:nvPr/>
        </p:nvSpPr>
        <p:spPr>
          <a:xfrm>
            <a:off x="85598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bg object 278"/>
          <p:cNvSpPr/>
          <p:nvPr/>
        </p:nvSpPr>
        <p:spPr>
          <a:xfrm>
            <a:off x="8890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bg object 279"/>
          <p:cNvSpPr/>
          <p:nvPr/>
        </p:nvSpPr>
        <p:spPr>
          <a:xfrm>
            <a:off x="920750" y="6170929"/>
            <a:ext cx="30480" cy="78740"/>
          </a:xfrm>
          <a:custGeom>
            <a:avLst/>
            <a:gdLst/>
            <a:ahLst/>
            <a:cxnLst/>
            <a:rect l="l" t="t" r="r" b="b"/>
            <a:pathLst>
              <a:path w="30480" h="78739">
                <a:moveTo>
                  <a:pt x="30480" y="0"/>
                </a:moveTo>
                <a:lnTo>
                  <a:pt x="0" y="0"/>
                </a:lnTo>
                <a:lnTo>
                  <a:pt x="0" y="78740"/>
                </a:lnTo>
                <a:lnTo>
                  <a:pt x="30480" y="78740"/>
                </a:lnTo>
                <a:lnTo>
                  <a:pt x="30480" y="0"/>
                </a:lnTo>
                <a:close/>
              </a:path>
            </a:pathLst>
          </a:custGeom>
          <a:solidFill>
            <a:srgbClr val="FF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bg object 280"/>
          <p:cNvSpPr/>
          <p:nvPr/>
        </p:nvSpPr>
        <p:spPr>
          <a:xfrm>
            <a:off x="95123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9842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10160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10477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9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10795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11112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11430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11747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12065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12382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12700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13017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13335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13652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13970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14287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14605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14922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15240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15557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bg object 300"/>
          <p:cNvSpPr/>
          <p:nvPr/>
        </p:nvSpPr>
        <p:spPr>
          <a:xfrm>
            <a:off x="158750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bg object 301"/>
          <p:cNvSpPr/>
          <p:nvPr/>
        </p:nvSpPr>
        <p:spPr>
          <a:xfrm>
            <a:off x="162051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bg object 302"/>
          <p:cNvSpPr/>
          <p:nvPr/>
        </p:nvSpPr>
        <p:spPr>
          <a:xfrm>
            <a:off x="1652269" y="6170929"/>
            <a:ext cx="30480" cy="78740"/>
          </a:xfrm>
          <a:custGeom>
            <a:avLst/>
            <a:gdLst/>
            <a:ahLst/>
            <a:cxnLst/>
            <a:rect l="l" t="t" r="r" b="b"/>
            <a:pathLst>
              <a:path w="30480" h="78739">
                <a:moveTo>
                  <a:pt x="30480" y="0"/>
                </a:moveTo>
                <a:lnTo>
                  <a:pt x="0" y="0"/>
                </a:lnTo>
                <a:lnTo>
                  <a:pt x="0" y="78740"/>
                </a:lnTo>
                <a:lnTo>
                  <a:pt x="30480" y="78740"/>
                </a:lnTo>
                <a:lnTo>
                  <a:pt x="30480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bg object 303"/>
          <p:cNvSpPr/>
          <p:nvPr/>
        </p:nvSpPr>
        <p:spPr>
          <a:xfrm>
            <a:off x="168275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bg object 304"/>
          <p:cNvSpPr/>
          <p:nvPr/>
        </p:nvSpPr>
        <p:spPr>
          <a:xfrm>
            <a:off x="171576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bg object 305"/>
          <p:cNvSpPr/>
          <p:nvPr/>
        </p:nvSpPr>
        <p:spPr>
          <a:xfrm>
            <a:off x="174751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bg object 306"/>
          <p:cNvSpPr/>
          <p:nvPr/>
        </p:nvSpPr>
        <p:spPr>
          <a:xfrm>
            <a:off x="177926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bg object 307"/>
          <p:cNvSpPr/>
          <p:nvPr/>
        </p:nvSpPr>
        <p:spPr>
          <a:xfrm>
            <a:off x="181101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bg object 308"/>
          <p:cNvSpPr/>
          <p:nvPr/>
        </p:nvSpPr>
        <p:spPr>
          <a:xfrm>
            <a:off x="184276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bg object 309"/>
          <p:cNvSpPr/>
          <p:nvPr/>
        </p:nvSpPr>
        <p:spPr>
          <a:xfrm>
            <a:off x="187451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bg object 310"/>
          <p:cNvSpPr/>
          <p:nvPr/>
        </p:nvSpPr>
        <p:spPr>
          <a:xfrm>
            <a:off x="190626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bg object 311"/>
          <p:cNvSpPr/>
          <p:nvPr/>
        </p:nvSpPr>
        <p:spPr>
          <a:xfrm>
            <a:off x="193801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bg object 312"/>
          <p:cNvSpPr/>
          <p:nvPr/>
        </p:nvSpPr>
        <p:spPr>
          <a:xfrm>
            <a:off x="1969770" y="6170929"/>
            <a:ext cx="63500" cy="78740"/>
          </a:xfrm>
          <a:custGeom>
            <a:avLst/>
            <a:gdLst/>
            <a:ahLst/>
            <a:cxnLst/>
            <a:rect l="l" t="t" r="r" b="b"/>
            <a:pathLst>
              <a:path w="63500" h="78739">
                <a:moveTo>
                  <a:pt x="63500" y="0"/>
                </a:moveTo>
                <a:lnTo>
                  <a:pt x="31750" y="0"/>
                </a:ln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63500" y="78740"/>
                </a:lnTo>
                <a:lnTo>
                  <a:pt x="63500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bg object 313"/>
          <p:cNvSpPr/>
          <p:nvPr/>
        </p:nvSpPr>
        <p:spPr>
          <a:xfrm>
            <a:off x="203326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bg object 314"/>
          <p:cNvSpPr/>
          <p:nvPr/>
        </p:nvSpPr>
        <p:spPr>
          <a:xfrm>
            <a:off x="206501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9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bg object 315"/>
          <p:cNvSpPr/>
          <p:nvPr/>
        </p:nvSpPr>
        <p:spPr>
          <a:xfrm>
            <a:off x="209676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bg object 316"/>
          <p:cNvSpPr/>
          <p:nvPr/>
        </p:nvSpPr>
        <p:spPr>
          <a:xfrm>
            <a:off x="212851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bg object 317"/>
          <p:cNvSpPr/>
          <p:nvPr/>
        </p:nvSpPr>
        <p:spPr>
          <a:xfrm>
            <a:off x="216026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6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bg object 318"/>
          <p:cNvSpPr/>
          <p:nvPr/>
        </p:nvSpPr>
        <p:spPr>
          <a:xfrm>
            <a:off x="2192019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C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bg object 319"/>
          <p:cNvSpPr/>
          <p:nvPr/>
        </p:nvSpPr>
        <p:spPr>
          <a:xfrm>
            <a:off x="2225040" y="6170929"/>
            <a:ext cx="30480" cy="78740"/>
          </a:xfrm>
          <a:custGeom>
            <a:avLst/>
            <a:gdLst/>
            <a:ahLst/>
            <a:cxnLst/>
            <a:rect l="l" t="t" r="r" b="b"/>
            <a:pathLst>
              <a:path w="30480" h="78739">
                <a:moveTo>
                  <a:pt x="30480" y="0"/>
                </a:moveTo>
                <a:lnTo>
                  <a:pt x="0" y="0"/>
                </a:lnTo>
                <a:lnTo>
                  <a:pt x="0" y="78740"/>
                </a:lnTo>
                <a:lnTo>
                  <a:pt x="30480" y="78740"/>
                </a:lnTo>
                <a:lnTo>
                  <a:pt x="30480" y="0"/>
                </a:lnTo>
                <a:close/>
              </a:path>
            </a:pathLst>
          </a:custGeom>
          <a:solidFill>
            <a:srgbClr val="FF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bg object 320"/>
          <p:cNvSpPr/>
          <p:nvPr/>
        </p:nvSpPr>
        <p:spPr>
          <a:xfrm>
            <a:off x="225551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bg object 321"/>
          <p:cNvSpPr/>
          <p:nvPr/>
        </p:nvSpPr>
        <p:spPr>
          <a:xfrm>
            <a:off x="2287269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bg object 322"/>
          <p:cNvSpPr/>
          <p:nvPr/>
        </p:nvSpPr>
        <p:spPr>
          <a:xfrm>
            <a:off x="232029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bg object 323"/>
          <p:cNvSpPr/>
          <p:nvPr/>
        </p:nvSpPr>
        <p:spPr>
          <a:xfrm>
            <a:off x="235204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bg object 324"/>
          <p:cNvSpPr/>
          <p:nvPr/>
        </p:nvSpPr>
        <p:spPr>
          <a:xfrm>
            <a:off x="238379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bg object 325"/>
          <p:cNvSpPr/>
          <p:nvPr/>
        </p:nvSpPr>
        <p:spPr>
          <a:xfrm>
            <a:off x="241554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bg object 326"/>
          <p:cNvSpPr/>
          <p:nvPr/>
        </p:nvSpPr>
        <p:spPr>
          <a:xfrm>
            <a:off x="244729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bg object 327"/>
          <p:cNvSpPr/>
          <p:nvPr/>
        </p:nvSpPr>
        <p:spPr>
          <a:xfrm>
            <a:off x="247904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C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bg object 328"/>
          <p:cNvSpPr/>
          <p:nvPr/>
        </p:nvSpPr>
        <p:spPr>
          <a:xfrm>
            <a:off x="251079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B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bg object 329"/>
          <p:cNvSpPr/>
          <p:nvPr/>
        </p:nvSpPr>
        <p:spPr>
          <a:xfrm>
            <a:off x="254254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A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bg object 330"/>
          <p:cNvSpPr/>
          <p:nvPr/>
        </p:nvSpPr>
        <p:spPr>
          <a:xfrm>
            <a:off x="257429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9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bg object 331"/>
          <p:cNvSpPr/>
          <p:nvPr/>
        </p:nvSpPr>
        <p:spPr>
          <a:xfrm>
            <a:off x="260604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8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bg object 332"/>
          <p:cNvSpPr/>
          <p:nvPr/>
        </p:nvSpPr>
        <p:spPr>
          <a:xfrm>
            <a:off x="263779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bg object 333"/>
          <p:cNvSpPr/>
          <p:nvPr/>
        </p:nvSpPr>
        <p:spPr>
          <a:xfrm>
            <a:off x="266954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6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bg object 334"/>
          <p:cNvSpPr/>
          <p:nvPr/>
        </p:nvSpPr>
        <p:spPr>
          <a:xfrm>
            <a:off x="270129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bg object 335"/>
          <p:cNvSpPr/>
          <p:nvPr/>
        </p:nvSpPr>
        <p:spPr>
          <a:xfrm>
            <a:off x="273304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bg object 336"/>
          <p:cNvSpPr/>
          <p:nvPr/>
        </p:nvSpPr>
        <p:spPr>
          <a:xfrm>
            <a:off x="276479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bg object 337"/>
          <p:cNvSpPr/>
          <p:nvPr/>
        </p:nvSpPr>
        <p:spPr>
          <a:xfrm>
            <a:off x="279654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bg object 338"/>
          <p:cNvSpPr/>
          <p:nvPr/>
        </p:nvSpPr>
        <p:spPr>
          <a:xfrm>
            <a:off x="282829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bg object 339"/>
          <p:cNvSpPr/>
          <p:nvPr/>
        </p:nvSpPr>
        <p:spPr>
          <a:xfrm>
            <a:off x="286004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B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bg object 340"/>
          <p:cNvSpPr/>
          <p:nvPr/>
        </p:nvSpPr>
        <p:spPr>
          <a:xfrm>
            <a:off x="289179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F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bg object 341"/>
          <p:cNvSpPr/>
          <p:nvPr/>
        </p:nvSpPr>
        <p:spPr>
          <a:xfrm>
            <a:off x="292354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39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AE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bg object 342"/>
          <p:cNvSpPr/>
          <p:nvPr/>
        </p:nvSpPr>
        <p:spPr>
          <a:xfrm>
            <a:off x="2956559" y="6170929"/>
            <a:ext cx="30480" cy="78740"/>
          </a:xfrm>
          <a:custGeom>
            <a:avLst/>
            <a:gdLst/>
            <a:ahLst/>
            <a:cxnLst/>
            <a:rect l="l" t="t" r="r" b="b"/>
            <a:pathLst>
              <a:path w="30480" h="78739">
                <a:moveTo>
                  <a:pt x="30479" y="0"/>
                </a:moveTo>
                <a:lnTo>
                  <a:pt x="0" y="0"/>
                </a:lnTo>
                <a:lnTo>
                  <a:pt x="0" y="78740"/>
                </a:lnTo>
                <a:lnTo>
                  <a:pt x="30479" y="78740"/>
                </a:lnTo>
                <a:lnTo>
                  <a:pt x="30479" y="0"/>
                </a:lnTo>
                <a:close/>
              </a:path>
            </a:pathLst>
          </a:custGeom>
          <a:solidFill>
            <a:srgbClr val="FFAD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bg object 343"/>
          <p:cNvSpPr/>
          <p:nvPr/>
        </p:nvSpPr>
        <p:spPr>
          <a:xfrm>
            <a:off x="298704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bg object 344"/>
          <p:cNvSpPr/>
          <p:nvPr/>
        </p:nvSpPr>
        <p:spPr>
          <a:xfrm>
            <a:off x="301879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19" h="78739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AB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bg object 345"/>
          <p:cNvSpPr/>
          <p:nvPr/>
        </p:nvSpPr>
        <p:spPr>
          <a:xfrm>
            <a:off x="30518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bg object 346"/>
          <p:cNvSpPr/>
          <p:nvPr/>
        </p:nvSpPr>
        <p:spPr>
          <a:xfrm>
            <a:off x="30835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bg object 347"/>
          <p:cNvSpPr/>
          <p:nvPr/>
        </p:nvSpPr>
        <p:spPr>
          <a:xfrm>
            <a:off x="31153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8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bg object 348"/>
          <p:cNvSpPr/>
          <p:nvPr/>
        </p:nvSpPr>
        <p:spPr>
          <a:xfrm>
            <a:off x="31470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bg object 349"/>
          <p:cNvSpPr/>
          <p:nvPr/>
        </p:nvSpPr>
        <p:spPr>
          <a:xfrm>
            <a:off x="31788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bg object 350"/>
          <p:cNvSpPr/>
          <p:nvPr/>
        </p:nvSpPr>
        <p:spPr>
          <a:xfrm>
            <a:off x="32105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bg object 351"/>
          <p:cNvSpPr/>
          <p:nvPr/>
        </p:nvSpPr>
        <p:spPr>
          <a:xfrm>
            <a:off x="32423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bg object 352"/>
          <p:cNvSpPr/>
          <p:nvPr/>
        </p:nvSpPr>
        <p:spPr>
          <a:xfrm>
            <a:off x="32740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bg object 353"/>
          <p:cNvSpPr/>
          <p:nvPr/>
        </p:nvSpPr>
        <p:spPr>
          <a:xfrm>
            <a:off x="33058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bg object 354"/>
          <p:cNvSpPr/>
          <p:nvPr/>
        </p:nvSpPr>
        <p:spPr>
          <a:xfrm>
            <a:off x="33375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bg object 355"/>
          <p:cNvSpPr/>
          <p:nvPr/>
        </p:nvSpPr>
        <p:spPr>
          <a:xfrm>
            <a:off x="33693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bg object 356"/>
          <p:cNvSpPr/>
          <p:nvPr/>
        </p:nvSpPr>
        <p:spPr>
          <a:xfrm>
            <a:off x="34010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bg object 357"/>
          <p:cNvSpPr/>
          <p:nvPr/>
        </p:nvSpPr>
        <p:spPr>
          <a:xfrm>
            <a:off x="34328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E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bg object 358"/>
          <p:cNvSpPr/>
          <p:nvPr/>
        </p:nvSpPr>
        <p:spPr>
          <a:xfrm>
            <a:off x="34645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bg object 359"/>
          <p:cNvSpPr/>
          <p:nvPr/>
        </p:nvSpPr>
        <p:spPr>
          <a:xfrm>
            <a:off x="34963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bg object 360"/>
          <p:cNvSpPr/>
          <p:nvPr/>
        </p:nvSpPr>
        <p:spPr>
          <a:xfrm>
            <a:off x="35280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B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bg object 361"/>
          <p:cNvSpPr/>
          <p:nvPr/>
        </p:nvSpPr>
        <p:spPr>
          <a:xfrm>
            <a:off x="35598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bg object 362"/>
          <p:cNvSpPr/>
          <p:nvPr/>
        </p:nvSpPr>
        <p:spPr>
          <a:xfrm>
            <a:off x="35915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bg object 363"/>
          <p:cNvSpPr/>
          <p:nvPr/>
        </p:nvSpPr>
        <p:spPr>
          <a:xfrm>
            <a:off x="3623309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98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bg object 364"/>
          <p:cNvSpPr/>
          <p:nvPr/>
        </p:nvSpPr>
        <p:spPr>
          <a:xfrm>
            <a:off x="36563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7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bg object 365"/>
          <p:cNvSpPr/>
          <p:nvPr/>
        </p:nvSpPr>
        <p:spPr>
          <a:xfrm>
            <a:off x="3688080" y="6170929"/>
            <a:ext cx="30480" cy="78740"/>
          </a:xfrm>
          <a:custGeom>
            <a:avLst/>
            <a:gdLst/>
            <a:ahLst/>
            <a:cxnLst/>
            <a:rect l="l" t="t" r="r" b="b"/>
            <a:pathLst>
              <a:path w="30479" h="78739">
                <a:moveTo>
                  <a:pt x="30480" y="0"/>
                </a:moveTo>
                <a:lnTo>
                  <a:pt x="0" y="0"/>
                </a:lnTo>
                <a:lnTo>
                  <a:pt x="0" y="78740"/>
                </a:lnTo>
                <a:lnTo>
                  <a:pt x="30480" y="78740"/>
                </a:lnTo>
                <a:lnTo>
                  <a:pt x="30480" y="0"/>
                </a:lnTo>
                <a:close/>
              </a:path>
            </a:pathLst>
          </a:custGeom>
          <a:solidFill>
            <a:srgbClr val="FF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bg object 366"/>
          <p:cNvSpPr/>
          <p:nvPr/>
        </p:nvSpPr>
        <p:spPr>
          <a:xfrm>
            <a:off x="3718559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95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bg object 367"/>
          <p:cNvSpPr/>
          <p:nvPr/>
        </p:nvSpPr>
        <p:spPr>
          <a:xfrm>
            <a:off x="37515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4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bg object 368"/>
          <p:cNvSpPr/>
          <p:nvPr/>
        </p:nvSpPr>
        <p:spPr>
          <a:xfrm>
            <a:off x="37833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bg object 369"/>
          <p:cNvSpPr/>
          <p:nvPr/>
        </p:nvSpPr>
        <p:spPr>
          <a:xfrm>
            <a:off x="38150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bg object 370"/>
          <p:cNvSpPr/>
          <p:nvPr/>
        </p:nvSpPr>
        <p:spPr>
          <a:xfrm>
            <a:off x="38468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bg object 371"/>
          <p:cNvSpPr/>
          <p:nvPr/>
        </p:nvSpPr>
        <p:spPr>
          <a:xfrm>
            <a:off x="38785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9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bg object 372"/>
          <p:cNvSpPr/>
          <p:nvPr/>
        </p:nvSpPr>
        <p:spPr>
          <a:xfrm>
            <a:off x="39103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bg object 373"/>
          <p:cNvSpPr/>
          <p:nvPr/>
        </p:nvSpPr>
        <p:spPr>
          <a:xfrm>
            <a:off x="39420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bg object 374"/>
          <p:cNvSpPr/>
          <p:nvPr/>
        </p:nvSpPr>
        <p:spPr>
          <a:xfrm>
            <a:off x="39738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D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bg object 375"/>
          <p:cNvSpPr/>
          <p:nvPr/>
        </p:nvSpPr>
        <p:spPr>
          <a:xfrm>
            <a:off x="40055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bg object 376"/>
          <p:cNvSpPr/>
          <p:nvPr/>
        </p:nvSpPr>
        <p:spPr>
          <a:xfrm>
            <a:off x="40373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bg object 377"/>
          <p:cNvSpPr/>
          <p:nvPr/>
        </p:nvSpPr>
        <p:spPr>
          <a:xfrm>
            <a:off x="40690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bg object 378"/>
          <p:cNvSpPr/>
          <p:nvPr/>
        </p:nvSpPr>
        <p:spPr>
          <a:xfrm>
            <a:off x="41008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bg object 379"/>
          <p:cNvSpPr/>
          <p:nvPr/>
        </p:nvSpPr>
        <p:spPr>
          <a:xfrm>
            <a:off x="41325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bg object 380"/>
          <p:cNvSpPr/>
          <p:nvPr/>
        </p:nvSpPr>
        <p:spPr>
          <a:xfrm>
            <a:off x="41643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7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bg object 381"/>
          <p:cNvSpPr/>
          <p:nvPr/>
        </p:nvSpPr>
        <p:spPr>
          <a:xfrm>
            <a:off x="41960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6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bg object 382"/>
          <p:cNvSpPr/>
          <p:nvPr/>
        </p:nvSpPr>
        <p:spPr>
          <a:xfrm>
            <a:off x="42278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bg object 383"/>
          <p:cNvSpPr/>
          <p:nvPr/>
        </p:nvSpPr>
        <p:spPr>
          <a:xfrm>
            <a:off x="42595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bg object 384"/>
          <p:cNvSpPr/>
          <p:nvPr/>
        </p:nvSpPr>
        <p:spPr>
          <a:xfrm>
            <a:off x="42913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3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bg object 385"/>
          <p:cNvSpPr/>
          <p:nvPr/>
        </p:nvSpPr>
        <p:spPr>
          <a:xfrm>
            <a:off x="43230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2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bg object 386"/>
          <p:cNvSpPr/>
          <p:nvPr/>
        </p:nvSpPr>
        <p:spPr>
          <a:xfrm>
            <a:off x="435483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81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bg object 387"/>
          <p:cNvSpPr/>
          <p:nvPr/>
        </p:nvSpPr>
        <p:spPr>
          <a:xfrm>
            <a:off x="43878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bg object 388"/>
          <p:cNvSpPr/>
          <p:nvPr/>
        </p:nvSpPr>
        <p:spPr>
          <a:xfrm>
            <a:off x="44196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bg object 389"/>
          <p:cNvSpPr/>
          <p:nvPr/>
        </p:nvSpPr>
        <p:spPr>
          <a:xfrm>
            <a:off x="44513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bg object 390"/>
          <p:cNvSpPr/>
          <p:nvPr/>
        </p:nvSpPr>
        <p:spPr>
          <a:xfrm>
            <a:off x="44831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bg object 391"/>
          <p:cNvSpPr/>
          <p:nvPr/>
        </p:nvSpPr>
        <p:spPr>
          <a:xfrm>
            <a:off x="45148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bg object 392"/>
          <p:cNvSpPr/>
          <p:nvPr/>
        </p:nvSpPr>
        <p:spPr>
          <a:xfrm>
            <a:off x="45466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B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bg object 393"/>
          <p:cNvSpPr/>
          <p:nvPr/>
        </p:nvSpPr>
        <p:spPr>
          <a:xfrm>
            <a:off x="45783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A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bg object 394"/>
          <p:cNvSpPr/>
          <p:nvPr/>
        </p:nvSpPr>
        <p:spPr>
          <a:xfrm>
            <a:off x="46101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bg object 395"/>
          <p:cNvSpPr/>
          <p:nvPr/>
        </p:nvSpPr>
        <p:spPr>
          <a:xfrm>
            <a:off x="46418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bg object 396"/>
          <p:cNvSpPr/>
          <p:nvPr/>
        </p:nvSpPr>
        <p:spPr>
          <a:xfrm>
            <a:off x="46736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bg object 397"/>
          <p:cNvSpPr/>
          <p:nvPr/>
        </p:nvSpPr>
        <p:spPr>
          <a:xfrm>
            <a:off x="47053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6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bg object 398"/>
          <p:cNvSpPr/>
          <p:nvPr/>
        </p:nvSpPr>
        <p:spPr>
          <a:xfrm>
            <a:off x="47371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bg object 399"/>
          <p:cNvSpPr/>
          <p:nvPr/>
        </p:nvSpPr>
        <p:spPr>
          <a:xfrm>
            <a:off x="47688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4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bg object 400"/>
          <p:cNvSpPr/>
          <p:nvPr/>
        </p:nvSpPr>
        <p:spPr>
          <a:xfrm>
            <a:off x="48006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bg object 401"/>
          <p:cNvSpPr/>
          <p:nvPr/>
        </p:nvSpPr>
        <p:spPr>
          <a:xfrm>
            <a:off x="48323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bg object 402"/>
          <p:cNvSpPr/>
          <p:nvPr/>
        </p:nvSpPr>
        <p:spPr>
          <a:xfrm>
            <a:off x="48641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1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bg object 403"/>
          <p:cNvSpPr/>
          <p:nvPr/>
        </p:nvSpPr>
        <p:spPr>
          <a:xfrm>
            <a:off x="48958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bg object 404"/>
          <p:cNvSpPr/>
          <p:nvPr/>
        </p:nvSpPr>
        <p:spPr>
          <a:xfrm>
            <a:off x="492760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bg object 405"/>
          <p:cNvSpPr/>
          <p:nvPr/>
        </p:nvSpPr>
        <p:spPr>
          <a:xfrm>
            <a:off x="495935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6E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bg object 406"/>
          <p:cNvSpPr/>
          <p:nvPr/>
        </p:nvSpPr>
        <p:spPr>
          <a:xfrm>
            <a:off x="4992370" y="6170929"/>
            <a:ext cx="30480" cy="78740"/>
          </a:xfrm>
          <a:custGeom>
            <a:avLst/>
            <a:gdLst/>
            <a:ahLst/>
            <a:cxnLst/>
            <a:rect l="l" t="t" r="r" b="b"/>
            <a:pathLst>
              <a:path w="30479" h="78739">
                <a:moveTo>
                  <a:pt x="30479" y="0"/>
                </a:moveTo>
                <a:lnTo>
                  <a:pt x="0" y="0"/>
                </a:lnTo>
                <a:lnTo>
                  <a:pt x="0" y="78740"/>
                </a:lnTo>
                <a:lnTo>
                  <a:pt x="30479" y="78740"/>
                </a:lnTo>
                <a:lnTo>
                  <a:pt x="30479" y="0"/>
                </a:lnTo>
                <a:close/>
              </a:path>
            </a:pathLst>
          </a:custGeom>
          <a:solidFill>
            <a:srgbClr val="FF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bg object 407"/>
          <p:cNvSpPr/>
          <p:nvPr/>
        </p:nvSpPr>
        <p:spPr>
          <a:xfrm>
            <a:off x="502285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C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bg object 408"/>
          <p:cNvSpPr/>
          <p:nvPr/>
        </p:nvSpPr>
        <p:spPr>
          <a:xfrm>
            <a:off x="505460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6B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bg object 409"/>
          <p:cNvSpPr/>
          <p:nvPr/>
        </p:nvSpPr>
        <p:spPr>
          <a:xfrm>
            <a:off x="508762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A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bg object 410"/>
          <p:cNvSpPr/>
          <p:nvPr/>
        </p:nvSpPr>
        <p:spPr>
          <a:xfrm>
            <a:off x="511937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9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bg object 411"/>
          <p:cNvSpPr/>
          <p:nvPr/>
        </p:nvSpPr>
        <p:spPr>
          <a:xfrm>
            <a:off x="515112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8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bg object 412"/>
          <p:cNvSpPr/>
          <p:nvPr/>
        </p:nvSpPr>
        <p:spPr>
          <a:xfrm>
            <a:off x="518287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bg object 413"/>
          <p:cNvSpPr/>
          <p:nvPr/>
        </p:nvSpPr>
        <p:spPr>
          <a:xfrm>
            <a:off x="5214620" y="6170929"/>
            <a:ext cx="63500" cy="78740"/>
          </a:xfrm>
          <a:custGeom>
            <a:avLst/>
            <a:gdLst/>
            <a:ahLst/>
            <a:cxnLst/>
            <a:rect l="l" t="t" r="r" b="b"/>
            <a:pathLst>
              <a:path w="63500" h="78739">
                <a:moveTo>
                  <a:pt x="63500" y="0"/>
                </a:moveTo>
                <a:lnTo>
                  <a:pt x="31750" y="0"/>
                </a:ln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63500" y="78740"/>
                </a:lnTo>
                <a:lnTo>
                  <a:pt x="63500" y="0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bg object 414"/>
          <p:cNvSpPr/>
          <p:nvPr/>
        </p:nvSpPr>
        <p:spPr>
          <a:xfrm>
            <a:off x="527812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4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bg object 415"/>
          <p:cNvSpPr/>
          <p:nvPr/>
        </p:nvSpPr>
        <p:spPr>
          <a:xfrm>
            <a:off x="530987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bg object 416"/>
          <p:cNvSpPr/>
          <p:nvPr/>
        </p:nvSpPr>
        <p:spPr>
          <a:xfrm>
            <a:off x="534162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2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bg object 417"/>
          <p:cNvSpPr/>
          <p:nvPr/>
        </p:nvSpPr>
        <p:spPr>
          <a:xfrm>
            <a:off x="537337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bg object 418"/>
          <p:cNvSpPr/>
          <p:nvPr/>
        </p:nvSpPr>
        <p:spPr>
          <a:xfrm>
            <a:off x="540512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bg object 419"/>
          <p:cNvSpPr/>
          <p:nvPr/>
        </p:nvSpPr>
        <p:spPr>
          <a:xfrm>
            <a:off x="543687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bg object 420"/>
          <p:cNvSpPr/>
          <p:nvPr/>
        </p:nvSpPr>
        <p:spPr>
          <a:xfrm>
            <a:off x="546862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bg object 421"/>
          <p:cNvSpPr/>
          <p:nvPr/>
        </p:nvSpPr>
        <p:spPr>
          <a:xfrm>
            <a:off x="550037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D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bg object 422"/>
          <p:cNvSpPr/>
          <p:nvPr/>
        </p:nvSpPr>
        <p:spPr>
          <a:xfrm>
            <a:off x="553212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C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bg object 423"/>
          <p:cNvSpPr/>
          <p:nvPr/>
        </p:nvSpPr>
        <p:spPr>
          <a:xfrm>
            <a:off x="556387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bg object 424"/>
          <p:cNvSpPr/>
          <p:nvPr/>
        </p:nvSpPr>
        <p:spPr>
          <a:xfrm>
            <a:off x="559562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bg object 425"/>
          <p:cNvSpPr/>
          <p:nvPr/>
        </p:nvSpPr>
        <p:spPr>
          <a:xfrm>
            <a:off x="562737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bg object 426"/>
          <p:cNvSpPr/>
          <p:nvPr/>
        </p:nvSpPr>
        <p:spPr>
          <a:xfrm>
            <a:off x="565912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bg object 427"/>
          <p:cNvSpPr/>
          <p:nvPr/>
        </p:nvSpPr>
        <p:spPr>
          <a:xfrm>
            <a:off x="569087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bg object 428"/>
          <p:cNvSpPr/>
          <p:nvPr/>
        </p:nvSpPr>
        <p:spPr>
          <a:xfrm>
            <a:off x="5723889" y="6170929"/>
            <a:ext cx="30480" cy="78740"/>
          </a:xfrm>
          <a:custGeom>
            <a:avLst/>
            <a:gdLst/>
            <a:ahLst/>
            <a:cxnLst/>
            <a:rect l="l" t="t" r="r" b="b"/>
            <a:pathLst>
              <a:path w="30479" h="78739">
                <a:moveTo>
                  <a:pt x="30480" y="0"/>
                </a:moveTo>
                <a:lnTo>
                  <a:pt x="0" y="0"/>
                </a:lnTo>
                <a:lnTo>
                  <a:pt x="0" y="78740"/>
                </a:lnTo>
                <a:lnTo>
                  <a:pt x="30480" y="78740"/>
                </a:lnTo>
                <a:lnTo>
                  <a:pt x="30480" y="0"/>
                </a:lnTo>
                <a:close/>
              </a:path>
            </a:pathLst>
          </a:custGeom>
          <a:solidFill>
            <a:srgbClr val="FF56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bg object 429"/>
          <p:cNvSpPr/>
          <p:nvPr/>
        </p:nvSpPr>
        <p:spPr>
          <a:xfrm>
            <a:off x="575437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55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bg object 430"/>
          <p:cNvSpPr/>
          <p:nvPr/>
        </p:nvSpPr>
        <p:spPr>
          <a:xfrm>
            <a:off x="578738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bg object 431"/>
          <p:cNvSpPr/>
          <p:nvPr/>
        </p:nvSpPr>
        <p:spPr>
          <a:xfrm>
            <a:off x="581913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bg object 432"/>
          <p:cNvSpPr/>
          <p:nvPr/>
        </p:nvSpPr>
        <p:spPr>
          <a:xfrm>
            <a:off x="585088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bg object 433"/>
          <p:cNvSpPr/>
          <p:nvPr/>
        </p:nvSpPr>
        <p:spPr>
          <a:xfrm>
            <a:off x="588263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bg object 434"/>
          <p:cNvSpPr/>
          <p:nvPr/>
        </p:nvSpPr>
        <p:spPr>
          <a:xfrm>
            <a:off x="591438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bg object 435"/>
          <p:cNvSpPr/>
          <p:nvPr/>
        </p:nvSpPr>
        <p:spPr>
          <a:xfrm>
            <a:off x="594613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bg object 436"/>
          <p:cNvSpPr/>
          <p:nvPr/>
        </p:nvSpPr>
        <p:spPr>
          <a:xfrm>
            <a:off x="597788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bg object 437"/>
          <p:cNvSpPr/>
          <p:nvPr/>
        </p:nvSpPr>
        <p:spPr>
          <a:xfrm>
            <a:off x="600963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bg object 438"/>
          <p:cNvSpPr/>
          <p:nvPr/>
        </p:nvSpPr>
        <p:spPr>
          <a:xfrm>
            <a:off x="604138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C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bg object 439"/>
          <p:cNvSpPr/>
          <p:nvPr/>
        </p:nvSpPr>
        <p:spPr>
          <a:xfrm>
            <a:off x="607313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bg object 440"/>
          <p:cNvSpPr/>
          <p:nvPr/>
        </p:nvSpPr>
        <p:spPr>
          <a:xfrm>
            <a:off x="610488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bg object 441"/>
          <p:cNvSpPr/>
          <p:nvPr/>
        </p:nvSpPr>
        <p:spPr>
          <a:xfrm>
            <a:off x="613663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bg object 442"/>
          <p:cNvSpPr/>
          <p:nvPr/>
        </p:nvSpPr>
        <p:spPr>
          <a:xfrm>
            <a:off x="616838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8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bg object 443"/>
          <p:cNvSpPr/>
          <p:nvPr/>
        </p:nvSpPr>
        <p:spPr>
          <a:xfrm>
            <a:off x="620013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bg object 444"/>
          <p:cNvSpPr/>
          <p:nvPr/>
        </p:nvSpPr>
        <p:spPr>
          <a:xfrm>
            <a:off x="623188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bg object 445"/>
          <p:cNvSpPr/>
          <p:nvPr/>
        </p:nvSpPr>
        <p:spPr>
          <a:xfrm>
            <a:off x="626363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bg object 446"/>
          <p:cNvSpPr/>
          <p:nvPr/>
        </p:nvSpPr>
        <p:spPr>
          <a:xfrm>
            <a:off x="629538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4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bg object 447"/>
          <p:cNvSpPr/>
          <p:nvPr/>
        </p:nvSpPr>
        <p:spPr>
          <a:xfrm>
            <a:off x="632713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bg object 448"/>
          <p:cNvSpPr/>
          <p:nvPr/>
        </p:nvSpPr>
        <p:spPr>
          <a:xfrm>
            <a:off x="635888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bg object 449"/>
          <p:cNvSpPr/>
          <p:nvPr/>
        </p:nvSpPr>
        <p:spPr>
          <a:xfrm>
            <a:off x="6390639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41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bg object 450"/>
          <p:cNvSpPr/>
          <p:nvPr/>
        </p:nvSpPr>
        <p:spPr>
          <a:xfrm>
            <a:off x="64236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bg object 451"/>
          <p:cNvSpPr/>
          <p:nvPr/>
        </p:nvSpPr>
        <p:spPr>
          <a:xfrm>
            <a:off x="6455409" y="6170929"/>
            <a:ext cx="30480" cy="78740"/>
          </a:xfrm>
          <a:custGeom>
            <a:avLst/>
            <a:gdLst/>
            <a:ahLst/>
            <a:cxnLst/>
            <a:rect l="l" t="t" r="r" b="b"/>
            <a:pathLst>
              <a:path w="30479" h="78739">
                <a:moveTo>
                  <a:pt x="30479" y="0"/>
                </a:moveTo>
                <a:lnTo>
                  <a:pt x="0" y="0"/>
                </a:lnTo>
                <a:lnTo>
                  <a:pt x="0" y="78740"/>
                </a:lnTo>
                <a:lnTo>
                  <a:pt x="30479" y="78740"/>
                </a:lnTo>
                <a:lnTo>
                  <a:pt x="30479" y="0"/>
                </a:lnTo>
                <a:close/>
              </a:path>
            </a:pathLst>
          </a:custGeom>
          <a:solidFill>
            <a:srgbClr val="F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bg object 452"/>
          <p:cNvSpPr/>
          <p:nvPr/>
        </p:nvSpPr>
        <p:spPr>
          <a:xfrm>
            <a:off x="6485889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19" y="0"/>
                </a:moveTo>
                <a:lnTo>
                  <a:pt x="0" y="0"/>
                </a:lnTo>
                <a:lnTo>
                  <a:pt x="0" y="78740"/>
                </a:lnTo>
                <a:lnTo>
                  <a:pt x="33019" y="78740"/>
                </a:lnTo>
                <a:lnTo>
                  <a:pt x="33019" y="0"/>
                </a:lnTo>
                <a:close/>
              </a:path>
            </a:pathLst>
          </a:custGeom>
          <a:solidFill>
            <a:srgbClr val="FF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bg object 453"/>
          <p:cNvSpPr/>
          <p:nvPr/>
        </p:nvSpPr>
        <p:spPr>
          <a:xfrm>
            <a:off x="65189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bg object 454"/>
          <p:cNvSpPr/>
          <p:nvPr/>
        </p:nvSpPr>
        <p:spPr>
          <a:xfrm>
            <a:off x="65506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bg object 455"/>
          <p:cNvSpPr/>
          <p:nvPr/>
        </p:nvSpPr>
        <p:spPr>
          <a:xfrm>
            <a:off x="65824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B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bg object 456"/>
          <p:cNvSpPr/>
          <p:nvPr/>
        </p:nvSpPr>
        <p:spPr>
          <a:xfrm>
            <a:off x="66141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A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bg object 457"/>
          <p:cNvSpPr/>
          <p:nvPr/>
        </p:nvSpPr>
        <p:spPr>
          <a:xfrm>
            <a:off x="66459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9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bg object 458"/>
          <p:cNvSpPr/>
          <p:nvPr/>
        </p:nvSpPr>
        <p:spPr>
          <a:xfrm>
            <a:off x="66776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bg object 459"/>
          <p:cNvSpPr/>
          <p:nvPr/>
        </p:nvSpPr>
        <p:spPr>
          <a:xfrm>
            <a:off x="67094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bg object 460"/>
          <p:cNvSpPr/>
          <p:nvPr/>
        </p:nvSpPr>
        <p:spPr>
          <a:xfrm>
            <a:off x="67411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bg object 461"/>
          <p:cNvSpPr/>
          <p:nvPr/>
        </p:nvSpPr>
        <p:spPr>
          <a:xfrm>
            <a:off x="67729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bg object 462"/>
          <p:cNvSpPr/>
          <p:nvPr/>
        </p:nvSpPr>
        <p:spPr>
          <a:xfrm>
            <a:off x="68046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bg object 463"/>
          <p:cNvSpPr/>
          <p:nvPr/>
        </p:nvSpPr>
        <p:spPr>
          <a:xfrm>
            <a:off x="6836410" y="6170929"/>
            <a:ext cx="63500" cy="78740"/>
          </a:xfrm>
          <a:custGeom>
            <a:avLst/>
            <a:gdLst/>
            <a:ahLst/>
            <a:cxnLst/>
            <a:rect l="l" t="t" r="r" b="b"/>
            <a:pathLst>
              <a:path w="63500" h="78739">
                <a:moveTo>
                  <a:pt x="63500" y="0"/>
                </a:moveTo>
                <a:lnTo>
                  <a:pt x="31750" y="0"/>
                </a:ln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63500" y="78740"/>
                </a:lnTo>
                <a:lnTo>
                  <a:pt x="63500" y="0"/>
                </a:lnTo>
                <a:close/>
              </a:path>
            </a:pathLst>
          </a:custGeom>
          <a:solidFill>
            <a:srgbClr val="FF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bg object 464"/>
          <p:cNvSpPr/>
          <p:nvPr/>
        </p:nvSpPr>
        <p:spPr>
          <a:xfrm>
            <a:off x="68999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bg object 465"/>
          <p:cNvSpPr/>
          <p:nvPr/>
        </p:nvSpPr>
        <p:spPr>
          <a:xfrm>
            <a:off x="693165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3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bg object 466"/>
          <p:cNvSpPr/>
          <p:nvPr/>
        </p:nvSpPr>
        <p:spPr>
          <a:xfrm>
            <a:off x="696340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bg object 467"/>
          <p:cNvSpPr/>
          <p:nvPr/>
        </p:nvSpPr>
        <p:spPr>
          <a:xfrm>
            <a:off x="699516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E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bg object 468"/>
          <p:cNvSpPr/>
          <p:nvPr/>
        </p:nvSpPr>
        <p:spPr>
          <a:xfrm>
            <a:off x="702691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bg object 469"/>
          <p:cNvSpPr/>
          <p:nvPr/>
        </p:nvSpPr>
        <p:spPr>
          <a:xfrm>
            <a:off x="705866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bg object 470"/>
          <p:cNvSpPr/>
          <p:nvPr/>
        </p:nvSpPr>
        <p:spPr>
          <a:xfrm>
            <a:off x="709041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bg object 471"/>
          <p:cNvSpPr/>
          <p:nvPr/>
        </p:nvSpPr>
        <p:spPr>
          <a:xfrm>
            <a:off x="71234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bg object 472"/>
          <p:cNvSpPr/>
          <p:nvPr/>
        </p:nvSpPr>
        <p:spPr>
          <a:xfrm>
            <a:off x="71551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bg object 473"/>
          <p:cNvSpPr/>
          <p:nvPr/>
        </p:nvSpPr>
        <p:spPr>
          <a:xfrm>
            <a:off x="71869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8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bg object 474"/>
          <p:cNvSpPr/>
          <p:nvPr/>
        </p:nvSpPr>
        <p:spPr>
          <a:xfrm>
            <a:off x="72186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7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bg object 475"/>
          <p:cNvSpPr/>
          <p:nvPr/>
        </p:nvSpPr>
        <p:spPr>
          <a:xfrm>
            <a:off x="72504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bg object 476"/>
          <p:cNvSpPr/>
          <p:nvPr/>
        </p:nvSpPr>
        <p:spPr>
          <a:xfrm>
            <a:off x="72821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bg object 477"/>
          <p:cNvSpPr/>
          <p:nvPr/>
        </p:nvSpPr>
        <p:spPr>
          <a:xfrm>
            <a:off x="73139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bg object 478"/>
          <p:cNvSpPr/>
          <p:nvPr/>
        </p:nvSpPr>
        <p:spPr>
          <a:xfrm>
            <a:off x="73456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bg object 479"/>
          <p:cNvSpPr/>
          <p:nvPr/>
        </p:nvSpPr>
        <p:spPr>
          <a:xfrm>
            <a:off x="73774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2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bg object 480"/>
          <p:cNvSpPr/>
          <p:nvPr/>
        </p:nvSpPr>
        <p:spPr>
          <a:xfrm>
            <a:off x="74091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bg object 481"/>
          <p:cNvSpPr/>
          <p:nvPr/>
        </p:nvSpPr>
        <p:spPr>
          <a:xfrm>
            <a:off x="74409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bg object 482"/>
          <p:cNvSpPr/>
          <p:nvPr/>
        </p:nvSpPr>
        <p:spPr>
          <a:xfrm>
            <a:off x="74726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bg object 483"/>
          <p:cNvSpPr/>
          <p:nvPr/>
        </p:nvSpPr>
        <p:spPr>
          <a:xfrm>
            <a:off x="75044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bg object 484"/>
          <p:cNvSpPr/>
          <p:nvPr/>
        </p:nvSpPr>
        <p:spPr>
          <a:xfrm>
            <a:off x="75361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bg object 485"/>
          <p:cNvSpPr/>
          <p:nvPr/>
        </p:nvSpPr>
        <p:spPr>
          <a:xfrm>
            <a:off x="75679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bg object 486"/>
          <p:cNvSpPr/>
          <p:nvPr/>
        </p:nvSpPr>
        <p:spPr>
          <a:xfrm>
            <a:off x="75996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B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bg object 487"/>
          <p:cNvSpPr/>
          <p:nvPr/>
        </p:nvSpPr>
        <p:spPr>
          <a:xfrm>
            <a:off x="76314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bg object 488"/>
          <p:cNvSpPr/>
          <p:nvPr/>
        </p:nvSpPr>
        <p:spPr>
          <a:xfrm>
            <a:off x="76631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bg object 489"/>
          <p:cNvSpPr/>
          <p:nvPr/>
        </p:nvSpPr>
        <p:spPr>
          <a:xfrm>
            <a:off x="769493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8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bg object 490"/>
          <p:cNvSpPr/>
          <p:nvPr/>
        </p:nvSpPr>
        <p:spPr>
          <a:xfrm>
            <a:off x="772668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bg object 491"/>
          <p:cNvSpPr/>
          <p:nvPr/>
        </p:nvSpPr>
        <p:spPr>
          <a:xfrm>
            <a:off x="7759699" y="6170929"/>
            <a:ext cx="30480" cy="78740"/>
          </a:xfrm>
          <a:custGeom>
            <a:avLst/>
            <a:gdLst/>
            <a:ahLst/>
            <a:cxnLst/>
            <a:rect l="l" t="t" r="r" b="b"/>
            <a:pathLst>
              <a:path w="30479" h="78739">
                <a:moveTo>
                  <a:pt x="30479" y="0"/>
                </a:moveTo>
                <a:lnTo>
                  <a:pt x="0" y="0"/>
                </a:lnTo>
                <a:lnTo>
                  <a:pt x="0" y="78740"/>
                </a:lnTo>
                <a:lnTo>
                  <a:pt x="30479" y="78740"/>
                </a:lnTo>
                <a:lnTo>
                  <a:pt x="30479" y="0"/>
                </a:lnTo>
                <a:close/>
              </a:path>
            </a:pathLst>
          </a:custGeom>
          <a:solidFill>
            <a:srgbClr val="FF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bg object 492"/>
          <p:cNvSpPr/>
          <p:nvPr/>
        </p:nvSpPr>
        <p:spPr>
          <a:xfrm>
            <a:off x="7790180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bg object 493"/>
          <p:cNvSpPr/>
          <p:nvPr/>
        </p:nvSpPr>
        <p:spPr>
          <a:xfrm>
            <a:off x="7821930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bg object 494"/>
          <p:cNvSpPr/>
          <p:nvPr/>
        </p:nvSpPr>
        <p:spPr>
          <a:xfrm>
            <a:off x="785494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bg object 495"/>
          <p:cNvSpPr/>
          <p:nvPr/>
        </p:nvSpPr>
        <p:spPr>
          <a:xfrm>
            <a:off x="788669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bg object 496"/>
          <p:cNvSpPr/>
          <p:nvPr/>
        </p:nvSpPr>
        <p:spPr>
          <a:xfrm>
            <a:off x="791844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bg object 497"/>
          <p:cNvSpPr/>
          <p:nvPr/>
        </p:nvSpPr>
        <p:spPr>
          <a:xfrm>
            <a:off x="795019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101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bg object 498"/>
          <p:cNvSpPr/>
          <p:nvPr/>
        </p:nvSpPr>
        <p:spPr>
          <a:xfrm>
            <a:off x="798194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bg object 499"/>
          <p:cNvSpPr/>
          <p:nvPr/>
        </p:nvSpPr>
        <p:spPr>
          <a:xfrm>
            <a:off x="801369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E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bg object 500"/>
          <p:cNvSpPr/>
          <p:nvPr/>
        </p:nvSpPr>
        <p:spPr>
          <a:xfrm>
            <a:off x="804544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bg object 501"/>
          <p:cNvSpPr/>
          <p:nvPr/>
        </p:nvSpPr>
        <p:spPr>
          <a:xfrm>
            <a:off x="807719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C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bg object 502"/>
          <p:cNvSpPr/>
          <p:nvPr/>
        </p:nvSpPr>
        <p:spPr>
          <a:xfrm>
            <a:off x="810894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bg object 503"/>
          <p:cNvSpPr/>
          <p:nvPr/>
        </p:nvSpPr>
        <p:spPr>
          <a:xfrm>
            <a:off x="814069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bg object 504"/>
          <p:cNvSpPr/>
          <p:nvPr/>
        </p:nvSpPr>
        <p:spPr>
          <a:xfrm>
            <a:off x="817244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bg object 505"/>
          <p:cNvSpPr/>
          <p:nvPr/>
        </p:nvSpPr>
        <p:spPr>
          <a:xfrm>
            <a:off x="820419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8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bg object 506"/>
          <p:cNvSpPr/>
          <p:nvPr/>
        </p:nvSpPr>
        <p:spPr>
          <a:xfrm>
            <a:off x="823594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bg object 507"/>
          <p:cNvSpPr/>
          <p:nvPr/>
        </p:nvSpPr>
        <p:spPr>
          <a:xfrm>
            <a:off x="826769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6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bg object 508"/>
          <p:cNvSpPr/>
          <p:nvPr/>
        </p:nvSpPr>
        <p:spPr>
          <a:xfrm>
            <a:off x="829944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bg object 509"/>
          <p:cNvSpPr/>
          <p:nvPr/>
        </p:nvSpPr>
        <p:spPr>
          <a:xfrm>
            <a:off x="833119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bg object 510"/>
          <p:cNvSpPr/>
          <p:nvPr/>
        </p:nvSpPr>
        <p:spPr>
          <a:xfrm>
            <a:off x="836294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3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bg object 511"/>
          <p:cNvSpPr/>
          <p:nvPr/>
        </p:nvSpPr>
        <p:spPr>
          <a:xfrm>
            <a:off x="8394699" y="6170929"/>
            <a:ext cx="31750" cy="78740"/>
          </a:xfrm>
          <a:custGeom>
            <a:avLst/>
            <a:gdLst/>
            <a:ahLst/>
            <a:cxnLst/>
            <a:rect l="l" t="t" r="r" b="b"/>
            <a:pathLst>
              <a:path w="31750" h="78739">
                <a:moveTo>
                  <a:pt x="31750" y="0"/>
                </a:moveTo>
                <a:lnTo>
                  <a:pt x="0" y="0"/>
                </a:lnTo>
                <a:lnTo>
                  <a:pt x="0" y="78740"/>
                </a:lnTo>
                <a:lnTo>
                  <a:pt x="31750" y="78740"/>
                </a:lnTo>
                <a:lnTo>
                  <a:pt x="31750" y="0"/>
                </a:lnTo>
                <a:close/>
              </a:path>
            </a:pathLst>
          </a:custGeom>
          <a:solidFill>
            <a:srgbClr val="FF02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bg object 512"/>
          <p:cNvSpPr/>
          <p:nvPr/>
        </p:nvSpPr>
        <p:spPr>
          <a:xfrm>
            <a:off x="8426449" y="617092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39">
                <a:moveTo>
                  <a:pt x="33020" y="0"/>
                </a:moveTo>
                <a:lnTo>
                  <a:pt x="0" y="0"/>
                </a:lnTo>
                <a:lnTo>
                  <a:pt x="0" y="78740"/>
                </a:lnTo>
                <a:lnTo>
                  <a:pt x="33020" y="78740"/>
                </a:lnTo>
                <a:lnTo>
                  <a:pt x="33020" y="0"/>
                </a:lnTo>
                <a:close/>
              </a:path>
            </a:pathLst>
          </a:custGeom>
          <a:solidFill>
            <a:srgbClr val="FF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00" y="179070"/>
            <a:ext cx="7493000" cy="969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0250" y="1367790"/>
            <a:ext cx="7683499" cy="2860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E5E5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98649D-D62E-4268-BD3D-61D42090E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990"/>
            <a:ext cx="9144000" cy="687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63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68A0C9-D053-4809-87C7-88360B29A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52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92347-51B3-4160-9182-F37E6CC2D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20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BBEEBA-854C-4961-9B33-EF78D7864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0" y="-457199"/>
            <a:ext cx="14874240" cy="731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92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B6FA24-46E5-481D-9AA0-C83B970C2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83960" y="-76200"/>
            <a:ext cx="1512356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41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857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Metrics</dc:title>
  <dc:creator>Aman</dc:creator>
  <cp:lastModifiedBy>sarfraaz14282007111@gmail.com</cp:lastModifiedBy>
  <cp:revision>25</cp:revision>
  <dcterms:created xsi:type="dcterms:W3CDTF">2023-01-04T13:23:07Z</dcterms:created>
  <dcterms:modified xsi:type="dcterms:W3CDTF">2025-11-29T18:30:17Z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2010-08-29T00:00:00Z</vt:filetime>
  </property>
  <property fmtid="{D5CDD505-2E9C-101B-9397-08002B2CF9AE}" pid="3" name="Creator">
    <vt:lpwstr>Impress</vt:lpwstr>
  </property>
  <property fmtid="{D5CDD505-2E9C-101B-9397-08002B2CF9AE}" pid="4" name="LastSaved">
    <vt:filetime>2010-08-29T00:00:00Z</vt:filetime>
  </property>
</Properties>
</file>