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64" r:id="rId10"/>
    <p:sldId id="265" r:id="rId11"/>
    <p:sldId id="274" r:id="rId12"/>
    <p:sldId id="275" r:id="rId13"/>
    <p:sldId id="27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694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 rotWithShape="1">
          <a:blip r:embed="rId3"/>
          <a:srcRect l="28130" b="80507"/>
          <a:stretch>
            <a:fillRect/>
          </a:stretch>
        </p:blipFill>
        <p:spPr>
          <a:xfrm>
            <a:off x="550126" y="1069227"/>
            <a:ext cx="8088352" cy="1502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 rotWithShape="1">
          <a:blip r:embed="rId3"/>
          <a:srcRect t="1" b="-9904"/>
          <a:stretch/>
        </p:blipFill>
        <p:spPr>
          <a:xfrm>
            <a:off x="0" y="2032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6DB5C87B-781D-F654-6C41-E7A4DFD68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2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19061C51-D5ED-65EC-B13A-4EACD36B0D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147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C001D4F0-BFDA-CE42-019F-885D56464C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65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96</TotalTime>
  <Words>11</Words>
  <Application>Microsoft Office PowerPoint</Application>
  <PresentationFormat>On-screen Show (16:9)</PresentationFormat>
  <Paragraphs>11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swapnagandha mokal</cp:lastModifiedBy>
  <cp:revision>7</cp:revision>
  <dcterms:created xsi:type="dcterms:W3CDTF">2022-08-21T17:35:45Z</dcterms:created>
  <dcterms:modified xsi:type="dcterms:W3CDTF">2025-09-17T05:26:55Z</dcterms:modified>
</cp:coreProperties>
</file>